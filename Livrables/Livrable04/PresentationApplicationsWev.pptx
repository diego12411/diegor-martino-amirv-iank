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259" r:id="rId3"/>
    <p:sldId id="260" r:id="rId4"/>
    <p:sldId id="280" r:id="rId5"/>
    <p:sldId id="261" r:id="rId6"/>
    <p:sldId id="281" r:id="rId7"/>
    <p:sldId id="262" r:id="rId8"/>
    <p:sldId id="285" r:id="rId9"/>
    <p:sldId id="263" r:id="rId10"/>
    <p:sldId id="287" r:id="rId11"/>
    <p:sldId id="283" r:id="rId12"/>
    <p:sldId id="264" r:id="rId13"/>
    <p:sldId id="289" r:id="rId14"/>
    <p:sldId id="265" r:id="rId15"/>
    <p:sldId id="286" r:id="rId16"/>
    <p:sldId id="282" r:id="rId17"/>
    <p:sldId id="288" r:id="rId18"/>
    <p:sldId id="257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FA70C-ACF9-F014-C1F2-872C8CFD433F}" v="32" dt="2026-05-20T17:52:47.518"/>
    <p1510:client id="{690FD359-5E68-09B9-AF58-C01C33ED398C}" v="135" dt="2026-05-18T23:59:19.277"/>
    <p1510:client id="{7403180F-D960-026F-BE6B-F59E636B76C8}" v="16" dt="2026-05-19T00:50:11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e Rodriguez, Martin" userId="S::1425594@bdeb.qc.ca::053209eb-4509-4753-8087-fb5d397b767f" providerId="AD" clId="Web-{CCA09C3C-F252-11FB-92EB-CA99C708CD89}"/>
    <pc:docChg chg="modSld">
      <pc:chgData name="Ore Rodriguez, Martin" userId="S::1425594@bdeb.qc.ca::053209eb-4509-4753-8087-fb5d397b767f" providerId="AD" clId="Web-{CCA09C3C-F252-11FB-92EB-CA99C708CD89}" dt="2026-05-15T12:46:29.745" v="1" actId="20577"/>
      <pc:docMkLst>
        <pc:docMk/>
      </pc:docMkLst>
    </pc:docChg>
  </pc:docChgLst>
  <pc:docChgLst>
    <pc:chgData name="Reinoso Breault, Diego" userId="S::6304136@bdeb.qc.ca::7220e4a4-b9a3-4a18-b4e6-3ca9706c1337" providerId="AD" clId="Web-{7403180F-D960-026F-BE6B-F59E636B76C8}"/>
    <pc:docChg chg="addSld modSld">
      <pc:chgData name="Reinoso Breault, Diego" userId="S::6304136@bdeb.qc.ca::7220e4a4-b9a3-4a18-b4e6-3ca9706c1337" providerId="AD" clId="Web-{7403180F-D960-026F-BE6B-F59E636B76C8}" dt="2026-05-19T00:50:11.989" v="15" actId="14100"/>
      <pc:docMkLst>
        <pc:docMk/>
      </pc:docMkLst>
      <pc:sldChg chg="addSp modSp">
        <pc:chgData name="Reinoso Breault, Diego" userId="S::6304136@bdeb.qc.ca::7220e4a4-b9a3-4a18-b4e6-3ca9706c1337" providerId="AD" clId="Web-{7403180F-D960-026F-BE6B-F59E636B76C8}" dt="2026-05-19T00:50:11.989" v="15" actId="14100"/>
        <pc:sldMkLst>
          <pc:docMk/>
          <pc:sldMk cId="2283338157" sldId="285"/>
        </pc:sldMkLst>
        <pc:picChg chg="add mod">
          <ac:chgData name="Reinoso Breault, Diego" userId="S::6304136@bdeb.qc.ca::7220e4a4-b9a3-4a18-b4e6-3ca9706c1337" providerId="AD" clId="Web-{7403180F-D960-026F-BE6B-F59E636B76C8}" dt="2026-05-19T00:02:36.487" v="8" actId="1076"/>
          <ac:picMkLst>
            <pc:docMk/>
            <pc:sldMk cId="2283338157" sldId="285"/>
            <ac:picMk id="2" creationId="{CFA0D659-5C72-DA59-AD73-CBB537C6B5B9}"/>
          </ac:picMkLst>
        </pc:picChg>
        <pc:picChg chg="mod">
          <ac:chgData name="Reinoso Breault, Diego" userId="S::6304136@bdeb.qc.ca::7220e4a4-b9a3-4a18-b4e6-3ca9706c1337" providerId="AD" clId="Web-{7403180F-D960-026F-BE6B-F59E636B76C8}" dt="2026-05-19T00:02:28.987" v="5" actId="1076"/>
          <ac:picMkLst>
            <pc:docMk/>
            <pc:sldMk cId="2283338157" sldId="285"/>
            <ac:picMk id="29" creationId="{4B69F055-11CF-7AE2-4AC2-88FC922F371E}"/>
          </ac:picMkLst>
        </pc:picChg>
        <pc:picChg chg="mod">
          <ac:chgData name="Reinoso Breault, Diego" userId="S::6304136@bdeb.qc.ca::7220e4a4-b9a3-4a18-b4e6-3ca9706c1337" providerId="AD" clId="Web-{7403180F-D960-026F-BE6B-F59E636B76C8}" dt="2026-05-19T00:50:11.989" v="15" actId="14100"/>
          <ac:picMkLst>
            <pc:docMk/>
            <pc:sldMk cId="2283338157" sldId="285"/>
            <ac:picMk id="34" creationId="{355E11A4-E0F7-8774-A086-33BF44321C23}"/>
          </ac:picMkLst>
        </pc:picChg>
      </pc:sldChg>
      <pc:sldChg chg="addSp delSp modSp add replId">
        <pc:chgData name="Reinoso Breault, Diego" userId="S::6304136@bdeb.qc.ca::7220e4a4-b9a3-4a18-b4e6-3ca9706c1337" providerId="AD" clId="Web-{7403180F-D960-026F-BE6B-F59E636B76C8}" dt="2026-05-19T00:37:59.704" v="14" actId="1076"/>
        <pc:sldMkLst>
          <pc:docMk/>
          <pc:sldMk cId="3690681324" sldId="286"/>
        </pc:sldMkLst>
        <pc:spChg chg="add del mod">
          <ac:chgData name="Reinoso Breault, Diego" userId="S::6304136@bdeb.qc.ca::7220e4a4-b9a3-4a18-b4e6-3ca9706c1337" providerId="AD" clId="Web-{7403180F-D960-026F-BE6B-F59E636B76C8}" dt="2026-05-19T00:37:57.110" v="13"/>
          <ac:spMkLst>
            <pc:docMk/>
            <pc:sldMk cId="3690681324" sldId="286"/>
            <ac:spMk id="3" creationId="{40F9DA66-21B4-0440-D0A6-B6471F24F062}"/>
          </ac:spMkLst>
        </pc:spChg>
        <pc:spChg chg="del">
          <ac:chgData name="Reinoso Breault, Diego" userId="S::6304136@bdeb.qc.ca::7220e4a4-b9a3-4a18-b4e6-3ca9706c1337" providerId="AD" clId="Web-{7403180F-D960-026F-BE6B-F59E636B76C8}" dt="2026-05-19T00:37:48.079" v="12"/>
          <ac:spMkLst>
            <pc:docMk/>
            <pc:sldMk cId="3690681324" sldId="286"/>
            <ac:spMk id="1056" creationId="{F35702D6-BDED-F22D-8E79-B842ADED20BD}"/>
          </ac:spMkLst>
        </pc:spChg>
        <pc:spChg chg="mod">
          <ac:chgData name="Reinoso Breault, Diego" userId="S::6304136@bdeb.qc.ca::7220e4a4-b9a3-4a18-b4e6-3ca9706c1337" providerId="AD" clId="Web-{7403180F-D960-026F-BE6B-F59E636B76C8}" dt="2026-05-19T00:37:59.704" v="14" actId="1076"/>
          <ac:spMkLst>
            <pc:docMk/>
            <pc:sldMk cId="3690681324" sldId="286"/>
            <ac:spMk id="1057" creationId="{7C5AC08C-C7E8-D09C-BBB9-2EF3E78E4338}"/>
          </ac:spMkLst>
        </pc:spChg>
      </pc:sldChg>
    </pc:docChg>
  </pc:docChgLst>
  <pc:docChgLst>
    <pc:chgData name="Reinoso Breault, Diego" userId="S::6304136@bdeb.qc.ca::7220e4a4-b9a3-4a18-b4e6-3ca9706c1337" providerId="AD" clId="Web-{092FA70C-ACF9-F014-C1F2-872C8CFD433F}"/>
    <pc:docChg chg="modSld">
      <pc:chgData name="Reinoso Breault, Diego" userId="S::6304136@bdeb.qc.ca::7220e4a4-b9a3-4a18-b4e6-3ca9706c1337" providerId="AD" clId="Web-{092FA70C-ACF9-F014-C1F2-872C8CFD433F}" dt="2026-05-20T17:52:47.518" v="31" actId="1076"/>
      <pc:docMkLst>
        <pc:docMk/>
      </pc:docMkLst>
      <pc:sldChg chg="addSp delSp modSp">
        <pc:chgData name="Reinoso Breault, Diego" userId="S::6304136@bdeb.qc.ca::7220e4a4-b9a3-4a18-b4e6-3ca9706c1337" providerId="AD" clId="Web-{092FA70C-ACF9-F014-C1F2-872C8CFD433F}" dt="2026-05-20T17:52:47.518" v="31" actId="1076"/>
        <pc:sldMkLst>
          <pc:docMk/>
          <pc:sldMk cId="0" sldId="280"/>
        </pc:sldMkLst>
        <pc:spChg chg="del">
          <ac:chgData name="Reinoso Breault, Diego" userId="S::6304136@bdeb.qc.ca::7220e4a4-b9a3-4a18-b4e6-3ca9706c1337" providerId="AD" clId="Web-{092FA70C-ACF9-F014-C1F2-872C8CFD433F}" dt="2026-05-20T17:52:22.346" v="22"/>
          <ac:spMkLst>
            <pc:docMk/>
            <pc:sldMk cId="0" sldId="280"/>
            <ac:spMk id="1518" creationId="{00000000-0000-0000-0000-000000000000}"/>
          </ac:spMkLst>
        </pc:spChg>
        <pc:grpChg chg="del">
          <ac:chgData name="Reinoso Breault, Diego" userId="S::6304136@bdeb.qc.ca::7220e4a4-b9a3-4a18-b4e6-3ca9706c1337" providerId="AD" clId="Web-{092FA70C-ACF9-F014-C1F2-872C8CFD433F}" dt="2026-05-20T17:52:21.424" v="21"/>
          <ac:grpSpMkLst>
            <pc:docMk/>
            <pc:sldMk cId="0" sldId="280"/>
            <ac:grpSpMk id="1519" creationId="{00000000-0000-0000-0000-000000000000}"/>
          </ac:grpSpMkLst>
        </pc:grpChg>
        <pc:grpChg chg="del">
          <ac:chgData name="Reinoso Breault, Diego" userId="S::6304136@bdeb.qc.ca::7220e4a4-b9a3-4a18-b4e6-3ca9706c1337" providerId="AD" clId="Web-{092FA70C-ACF9-F014-C1F2-872C8CFD433F}" dt="2026-05-20T17:52:23.299" v="24"/>
          <ac:grpSpMkLst>
            <pc:docMk/>
            <pc:sldMk cId="0" sldId="280"/>
            <ac:grpSpMk id="1523" creationId="{00000000-0000-0000-0000-000000000000}"/>
          </ac:grpSpMkLst>
        </pc:grpChg>
        <pc:grpChg chg="del">
          <ac:chgData name="Reinoso Breault, Diego" userId="S::6304136@bdeb.qc.ca::7220e4a4-b9a3-4a18-b4e6-3ca9706c1337" providerId="AD" clId="Web-{092FA70C-ACF9-F014-C1F2-872C8CFD433F}" dt="2026-05-20T17:52:22.862" v="23"/>
          <ac:grpSpMkLst>
            <pc:docMk/>
            <pc:sldMk cId="0" sldId="280"/>
            <ac:grpSpMk id="1529" creationId="{00000000-0000-0000-0000-000000000000}"/>
          </ac:grpSpMkLst>
        </pc:grpChg>
        <pc:picChg chg="add mod">
          <ac:chgData name="Reinoso Breault, Diego" userId="S::6304136@bdeb.qc.ca::7220e4a4-b9a3-4a18-b4e6-3ca9706c1337" providerId="AD" clId="Web-{092FA70C-ACF9-F014-C1F2-872C8CFD433F}" dt="2026-05-20T17:52:27.315" v="25" actId="1076"/>
          <ac:picMkLst>
            <pc:docMk/>
            <pc:sldMk cId="0" sldId="280"/>
            <ac:picMk id="2" creationId="{1BC8DA26-D222-D7AF-AA14-35B5A4E68434}"/>
          </ac:picMkLst>
        </pc:picChg>
        <pc:picChg chg="add mod">
          <ac:chgData name="Reinoso Breault, Diego" userId="S::6304136@bdeb.qc.ca::7220e4a4-b9a3-4a18-b4e6-3ca9706c1337" providerId="AD" clId="Web-{092FA70C-ACF9-F014-C1F2-872C8CFD433F}" dt="2026-05-20T17:52:37.940" v="27" actId="1076"/>
          <ac:picMkLst>
            <pc:docMk/>
            <pc:sldMk cId="0" sldId="280"/>
            <ac:picMk id="3" creationId="{5AD38141-07CD-7E56-DD3D-6C097160E537}"/>
          </ac:picMkLst>
        </pc:picChg>
        <pc:picChg chg="add mod">
          <ac:chgData name="Reinoso Breault, Diego" userId="S::6304136@bdeb.qc.ca::7220e4a4-b9a3-4a18-b4e6-3ca9706c1337" providerId="AD" clId="Web-{092FA70C-ACF9-F014-C1F2-872C8CFD433F}" dt="2026-05-20T17:52:42.065" v="29" actId="1076"/>
          <ac:picMkLst>
            <pc:docMk/>
            <pc:sldMk cId="0" sldId="280"/>
            <ac:picMk id="4" creationId="{54F6A824-3C63-C58A-2286-3D9133F638BD}"/>
          </ac:picMkLst>
        </pc:picChg>
        <pc:picChg chg="add mod">
          <ac:chgData name="Reinoso Breault, Diego" userId="S::6304136@bdeb.qc.ca::7220e4a4-b9a3-4a18-b4e6-3ca9706c1337" providerId="AD" clId="Web-{092FA70C-ACF9-F014-C1F2-872C8CFD433F}" dt="2026-05-20T17:52:47.518" v="31" actId="1076"/>
          <ac:picMkLst>
            <pc:docMk/>
            <pc:sldMk cId="0" sldId="280"/>
            <ac:picMk id="5" creationId="{B2B6D630-8036-5A33-49C4-08EF604BE425}"/>
          </ac:picMkLst>
        </pc:picChg>
      </pc:sldChg>
      <pc:sldChg chg="modSp">
        <pc:chgData name="Reinoso Breault, Diego" userId="S::6304136@bdeb.qc.ca::7220e4a4-b9a3-4a18-b4e6-3ca9706c1337" providerId="AD" clId="Web-{092FA70C-ACF9-F014-C1F2-872C8CFD433F}" dt="2026-05-20T17:45:34.406" v="1" actId="14100"/>
        <pc:sldMkLst>
          <pc:docMk/>
          <pc:sldMk cId="3690681324" sldId="286"/>
        </pc:sldMkLst>
        <pc:spChg chg="mod">
          <ac:chgData name="Reinoso Breault, Diego" userId="S::6304136@bdeb.qc.ca::7220e4a4-b9a3-4a18-b4e6-3ca9706c1337" providerId="AD" clId="Web-{092FA70C-ACF9-F014-C1F2-872C8CFD433F}" dt="2026-05-20T17:45:34.406" v="1" actId="14100"/>
          <ac:spMkLst>
            <pc:docMk/>
            <pc:sldMk cId="3690681324" sldId="286"/>
            <ac:spMk id="1057" creationId="{7C5AC08C-C7E8-D09C-BBB9-2EF3E78E4338}"/>
          </ac:spMkLst>
        </pc:spChg>
      </pc:sldChg>
    </pc:docChg>
  </pc:docChgLst>
  <pc:docChgLst>
    <pc:chgData name="Reinoso Breault, Diego" userId="S::6304136@bdeb.qc.ca::7220e4a4-b9a3-4a18-b4e6-3ca9706c1337" providerId="AD" clId="Web-{690FD359-5E68-09B9-AF58-C01C33ED398C}"/>
    <pc:docChg chg="addSld modSld">
      <pc:chgData name="Reinoso Breault, Diego" userId="S::6304136@bdeb.qc.ca::7220e4a4-b9a3-4a18-b4e6-3ca9706c1337" providerId="AD" clId="Web-{690FD359-5E68-09B9-AF58-C01C33ED398C}" dt="2026-05-18T23:59:19.277" v="127" actId="1076"/>
      <pc:docMkLst>
        <pc:docMk/>
      </pc:docMkLst>
      <pc:sldChg chg="addSp delSp modSp add">
        <pc:chgData name="Reinoso Breault, Diego" userId="S::6304136@bdeb.qc.ca::7220e4a4-b9a3-4a18-b4e6-3ca9706c1337" providerId="AD" clId="Web-{690FD359-5E68-09B9-AF58-C01C33ED398C}" dt="2026-05-18T23:59:19.277" v="127" actId="1076"/>
        <pc:sldMkLst>
          <pc:docMk/>
          <pc:sldMk cId="2283338157" sldId="285"/>
        </pc:sldMkLst>
        <pc:spChg chg="add del mod">
          <ac:chgData name="Reinoso Breault, Diego" userId="S::6304136@bdeb.qc.ca::7220e4a4-b9a3-4a18-b4e6-3ca9706c1337" providerId="AD" clId="Web-{690FD359-5E68-09B9-AF58-C01C33ED398C}" dt="2026-05-18T23:47:07.395" v="2"/>
          <ac:spMkLst>
            <pc:docMk/>
            <pc:sldMk cId="2283338157" sldId="285"/>
            <ac:spMk id="3" creationId="{D26FFCF3-3DAE-0CB5-F255-AF55DF0BD1B5}"/>
          </ac:spMkLst>
        </pc:spChg>
        <pc:spChg chg="add del mod">
          <ac:chgData name="Reinoso Breault, Diego" userId="S::6304136@bdeb.qc.ca::7220e4a4-b9a3-4a18-b4e6-3ca9706c1337" providerId="AD" clId="Web-{690FD359-5E68-09B9-AF58-C01C33ED398C}" dt="2026-05-18T23:47:35.630" v="6"/>
          <ac:spMkLst>
            <pc:docMk/>
            <pc:sldMk cId="2283338157" sldId="285"/>
            <ac:spMk id="5" creationId="{9E910CB7-3F0E-17ED-17BC-24B9BC7FFA63}"/>
          </ac:spMkLst>
        </pc:spChg>
        <pc:spChg chg="add del mod ord">
          <ac:chgData name="Reinoso Breault, Diego" userId="S::6304136@bdeb.qc.ca::7220e4a4-b9a3-4a18-b4e6-3ca9706c1337" providerId="AD" clId="Web-{690FD359-5E68-09B9-AF58-C01C33ED398C}" dt="2026-05-18T23:51:56.040" v="34"/>
          <ac:spMkLst>
            <pc:docMk/>
            <pc:sldMk cId="2283338157" sldId="285"/>
            <ac:spMk id="8" creationId="{F858DAA2-6F69-C415-756B-35F9E25574C3}"/>
          </ac:spMkLst>
        </pc:spChg>
        <pc:spChg chg="add del mod">
          <ac:chgData name="Reinoso Breault, Diego" userId="S::6304136@bdeb.qc.ca::7220e4a4-b9a3-4a18-b4e6-3ca9706c1337" providerId="AD" clId="Web-{690FD359-5E68-09B9-AF58-C01C33ED398C}" dt="2026-05-18T23:51:57.884" v="35"/>
          <ac:spMkLst>
            <pc:docMk/>
            <pc:sldMk cId="2283338157" sldId="285"/>
            <ac:spMk id="9" creationId="{0FA001CB-01C6-8D6A-CDBA-0632FACC7E52}"/>
          </ac:spMkLst>
        </pc:spChg>
        <pc:spChg chg="add del">
          <ac:chgData name="Reinoso Breault, Diego" userId="S::6304136@bdeb.qc.ca::7220e4a4-b9a3-4a18-b4e6-3ca9706c1337" providerId="AD" clId="Web-{690FD359-5E68-09B9-AF58-C01C33ED398C}" dt="2026-05-18T23:52:10.743" v="43"/>
          <ac:spMkLst>
            <pc:docMk/>
            <pc:sldMk cId="2283338157" sldId="285"/>
            <ac:spMk id="11" creationId="{783DF809-2823-5C31-065F-C14A75393350}"/>
          </ac:spMkLst>
        </pc:spChg>
        <pc:spChg chg="add">
          <ac:chgData name="Reinoso Breault, Diego" userId="S::6304136@bdeb.qc.ca::7220e4a4-b9a3-4a18-b4e6-3ca9706c1337" providerId="AD" clId="Web-{690FD359-5E68-09B9-AF58-C01C33ED398C}" dt="2026-05-18T23:52:17.603" v="44"/>
          <ac:spMkLst>
            <pc:docMk/>
            <pc:sldMk cId="2283338157" sldId="285"/>
            <ac:spMk id="14" creationId="{C8710D5C-FC0C-E36E-BB48-FD9C5F0E6564}"/>
          </ac:spMkLst>
        </pc:spChg>
        <pc:spChg chg="add">
          <ac:chgData name="Reinoso Breault, Diego" userId="S::6304136@bdeb.qc.ca::7220e4a4-b9a3-4a18-b4e6-3ca9706c1337" providerId="AD" clId="Web-{690FD359-5E68-09B9-AF58-C01C33ED398C}" dt="2026-05-18T23:52:17.603" v="44"/>
          <ac:spMkLst>
            <pc:docMk/>
            <pc:sldMk cId="2283338157" sldId="285"/>
            <ac:spMk id="15" creationId="{63DE0A5E-CD7E-F45B-708F-50355DFA8892}"/>
          </ac:spMkLst>
        </pc:spChg>
        <pc:spChg chg="add">
          <ac:chgData name="Reinoso Breault, Diego" userId="S::6304136@bdeb.qc.ca::7220e4a4-b9a3-4a18-b4e6-3ca9706c1337" providerId="AD" clId="Web-{690FD359-5E68-09B9-AF58-C01C33ED398C}" dt="2026-05-18T23:52:32.619" v="49"/>
          <ac:spMkLst>
            <pc:docMk/>
            <pc:sldMk cId="2283338157" sldId="285"/>
            <ac:spMk id="18" creationId="{C2DA42C1-79AF-BF22-47E2-F6E166079845}"/>
          </ac:spMkLst>
        </pc:spChg>
        <pc:spChg chg="add">
          <ac:chgData name="Reinoso Breault, Diego" userId="S::6304136@bdeb.qc.ca::7220e4a4-b9a3-4a18-b4e6-3ca9706c1337" providerId="AD" clId="Web-{690FD359-5E68-09B9-AF58-C01C33ED398C}" dt="2026-05-18T23:52:32.619" v="49"/>
          <ac:spMkLst>
            <pc:docMk/>
            <pc:sldMk cId="2283338157" sldId="285"/>
            <ac:spMk id="19" creationId="{FA304983-E577-6E96-652F-C7C5BB67625B}"/>
          </ac:spMkLst>
        </pc:spChg>
        <pc:spChg chg="add del mod">
          <ac:chgData name="Reinoso Breault, Diego" userId="S::6304136@bdeb.qc.ca::7220e4a4-b9a3-4a18-b4e6-3ca9706c1337" providerId="AD" clId="Web-{690FD359-5E68-09B9-AF58-C01C33ED398C}" dt="2026-05-18T23:52:56.134" v="57"/>
          <ac:spMkLst>
            <pc:docMk/>
            <pc:sldMk cId="2283338157" sldId="285"/>
            <ac:spMk id="20" creationId="{7411A722-175A-CC93-C288-0B803298439D}"/>
          </ac:spMkLst>
        </pc:spChg>
        <pc:spChg chg="add del">
          <ac:chgData name="Reinoso Breault, Diego" userId="S::6304136@bdeb.qc.ca::7220e4a4-b9a3-4a18-b4e6-3ca9706c1337" providerId="AD" clId="Web-{690FD359-5E68-09B9-AF58-C01C33ED398C}" dt="2026-05-18T23:52:48.291" v="55"/>
          <ac:spMkLst>
            <pc:docMk/>
            <pc:sldMk cId="2283338157" sldId="285"/>
            <ac:spMk id="21" creationId="{C2E8EA93-5B1C-8E58-0D04-6DEFB31299D1}"/>
          </ac:spMkLst>
        </pc:spChg>
        <pc:spChg chg="del mod">
          <ac:chgData name="Reinoso Breault, Diego" userId="S::6304136@bdeb.qc.ca::7220e4a4-b9a3-4a18-b4e6-3ca9706c1337" providerId="AD" clId="Web-{690FD359-5E68-09B9-AF58-C01C33ED398C}" dt="2026-05-18T23:47:25.442" v="5"/>
          <ac:spMkLst>
            <pc:docMk/>
            <pc:sldMk cId="2283338157" sldId="285"/>
            <ac:spMk id="1056" creationId="{E784224D-3920-5370-BAA6-F416433F8AC6}"/>
          </ac:spMkLst>
        </pc:spChg>
        <pc:spChg chg="del">
          <ac:chgData name="Reinoso Breault, Diego" userId="S::6304136@bdeb.qc.ca::7220e4a4-b9a3-4a18-b4e6-3ca9706c1337" providerId="AD" clId="Web-{690FD359-5E68-09B9-AF58-C01C33ED398C}" dt="2026-05-18T23:47:04.520" v="1"/>
          <ac:spMkLst>
            <pc:docMk/>
            <pc:sldMk cId="2283338157" sldId="285"/>
            <ac:spMk id="1057" creationId="{FB299BC7-32EA-57B7-E6AD-557AB0ADCE74}"/>
          </ac:spMkLst>
        </pc:spChg>
        <pc:spChg chg="del">
          <ac:chgData name="Reinoso Breault, Diego" userId="S::6304136@bdeb.qc.ca::7220e4a4-b9a3-4a18-b4e6-3ca9706c1337" providerId="AD" clId="Web-{690FD359-5E68-09B9-AF58-C01C33ED398C}" dt="2026-05-18T23:50:01.725" v="16"/>
          <ac:spMkLst>
            <pc:docMk/>
            <pc:sldMk cId="2283338157" sldId="285"/>
            <ac:spMk id="1073" creationId="{0BEE7C44-AEB3-BFA4-4114-379A1F100E14}"/>
          </ac:spMkLst>
        </pc:spChg>
        <pc:grpChg chg="add del mod">
          <ac:chgData name="Reinoso Breault, Diego" userId="S::6304136@bdeb.qc.ca::7220e4a4-b9a3-4a18-b4e6-3ca9706c1337" providerId="AD" clId="Web-{690FD359-5E68-09B9-AF58-C01C33ED398C}" dt="2026-05-18T23:52:21.290" v="48"/>
          <ac:grpSpMkLst>
            <pc:docMk/>
            <pc:sldMk cId="2283338157" sldId="285"/>
            <ac:grpSpMk id="12" creationId="{692D8AA1-B79A-3F49-AD74-8C309973DCDE}"/>
          </ac:grpSpMkLst>
        </pc:grpChg>
        <pc:grpChg chg="add del">
          <ac:chgData name="Reinoso Breault, Diego" userId="S::6304136@bdeb.qc.ca::7220e4a4-b9a3-4a18-b4e6-3ca9706c1337" providerId="AD" clId="Web-{690FD359-5E68-09B9-AF58-C01C33ED398C}" dt="2026-05-18T23:52:34.369" v="51"/>
          <ac:grpSpMkLst>
            <pc:docMk/>
            <pc:sldMk cId="2283338157" sldId="285"/>
            <ac:grpSpMk id="16" creationId="{5E20664A-1D11-3F16-34BF-78D5FCA7132D}"/>
          </ac:grpSpMkLst>
        </pc:grpChg>
        <pc:picChg chg="add del mod">
          <ac:chgData name="Reinoso Breault, Diego" userId="S::6304136@bdeb.qc.ca::7220e4a4-b9a3-4a18-b4e6-3ca9706c1337" providerId="AD" clId="Web-{690FD359-5E68-09B9-AF58-C01C33ED398C}" dt="2026-05-18T23:51:58.946" v="36"/>
          <ac:picMkLst>
            <pc:docMk/>
            <pc:sldMk cId="2283338157" sldId="285"/>
            <ac:picMk id="7" creationId="{ECEBC540-7167-CA4B-2892-7661F56C96E0}"/>
          </ac:picMkLst>
        </pc:picChg>
        <pc:picChg chg="add del mod modCrop">
          <ac:chgData name="Reinoso Breault, Diego" userId="S::6304136@bdeb.qc.ca::7220e4a4-b9a3-4a18-b4e6-3ca9706c1337" providerId="AD" clId="Web-{690FD359-5E68-09B9-AF58-C01C33ED398C}" dt="2026-05-18T23:52:04.509" v="41"/>
          <ac:picMkLst>
            <pc:docMk/>
            <pc:sldMk cId="2283338157" sldId="285"/>
            <ac:picMk id="10" creationId="{DD2B50CC-114A-532A-0673-8844C5FB5C99}"/>
          </ac:picMkLst>
        </pc:picChg>
        <pc:picChg chg="add del mod">
          <ac:chgData name="Reinoso Breault, Diego" userId="S::6304136@bdeb.qc.ca::7220e4a4-b9a3-4a18-b4e6-3ca9706c1337" providerId="AD" clId="Web-{690FD359-5E68-09B9-AF58-C01C33ED398C}" dt="2026-05-18T23:52:21.290" v="47"/>
          <ac:picMkLst>
            <pc:docMk/>
            <pc:sldMk cId="2283338157" sldId="285"/>
            <ac:picMk id="13" creationId="{43C2042C-286E-3621-081C-A0E0409E7B8E}"/>
          </ac:picMkLst>
        </pc:picChg>
        <pc:picChg chg="add del">
          <ac:chgData name="Reinoso Breault, Diego" userId="S::6304136@bdeb.qc.ca::7220e4a4-b9a3-4a18-b4e6-3ca9706c1337" providerId="AD" clId="Web-{690FD359-5E68-09B9-AF58-C01C33ED398C}" dt="2026-05-18T23:52:34.369" v="50"/>
          <ac:picMkLst>
            <pc:docMk/>
            <pc:sldMk cId="2283338157" sldId="285"/>
            <ac:picMk id="17" creationId="{198220EC-B5E9-F8EE-DB45-67CA72E647A7}"/>
          </ac:picMkLst>
        </pc:picChg>
        <pc:picChg chg="add mod">
          <ac:chgData name="Reinoso Breault, Diego" userId="S::6304136@bdeb.qc.ca::7220e4a4-b9a3-4a18-b4e6-3ca9706c1337" providerId="AD" clId="Web-{690FD359-5E68-09B9-AF58-C01C33ED398C}" dt="2026-05-18T23:58:35.808" v="105" actId="1076"/>
          <ac:picMkLst>
            <pc:docMk/>
            <pc:sldMk cId="2283338157" sldId="285"/>
            <ac:picMk id="23" creationId="{7F823967-A957-B19F-6E64-192A8088B84A}"/>
          </ac:picMkLst>
        </pc:picChg>
        <pc:picChg chg="add mod">
          <ac:chgData name="Reinoso Breault, Diego" userId="S::6304136@bdeb.qc.ca::7220e4a4-b9a3-4a18-b4e6-3ca9706c1337" providerId="AD" clId="Web-{690FD359-5E68-09B9-AF58-C01C33ED398C}" dt="2026-05-18T23:58:34.340" v="104" actId="1076"/>
          <ac:picMkLst>
            <pc:docMk/>
            <pc:sldMk cId="2283338157" sldId="285"/>
            <ac:picMk id="25" creationId="{B0B0687F-D402-4C9B-779B-4BFB23F26021}"/>
          </ac:picMkLst>
        </pc:picChg>
        <pc:picChg chg="add mod">
          <ac:chgData name="Reinoso Breault, Diego" userId="S::6304136@bdeb.qc.ca::7220e4a4-b9a3-4a18-b4e6-3ca9706c1337" providerId="AD" clId="Web-{690FD359-5E68-09B9-AF58-C01C33ED398C}" dt="2026-05-18T23:59:10.605" v="122" actId="1076"/>
          <ac:picMkLst>
            <pc:docMk/>
            <pc:sldMk cId="2283338157" sldId="285"/>
            <ac:picMk id="27" creationId="{911F49C6-74DB-8202-DD6E-399968D989CB}"/>
          </ac:picMkLst>
        </pc:picChg>
        <pc:picChg chg="add mod">
          <ac:chgData name="Reinoso Breault, Diego" userId="S::6304136@bdeb.qc.ca::7220e4a4-b9a3-4a18-b4e6-3ca9706c1337" providerId="AD" clId="Web-{690FD359-5E68-09B9-AF58-C01C33ED398C}" dt="2026-05-18T23:59:19.277" v="127" actId="1076"/>
          <ac:picMkLst>
            <pc:docMk/>
            <pc:sldMk cId="2283338157" sldId="285"/>
            <ac:picMk id="29" creationId="{4B69F055-11CF-7AE2-4AC2-88FC922F371E}"/>
          </ac:picMkLst>
        </pc:picChg>
        <pc:picChg chg="add del mod">
          <ac:chgData name="Reinoso Breault, Diego" userId="S::6304136@bdeb.qc.ca::7220e4a4-b9a3-4a18-b4e6-3ca9706c1337" providerId="AD" clId="Web-{690FD359-5E68-09B9-AF58-C01C33ED398C}" dt="2026-05-18T23:54:42.385" v="65"/>
          <ac:picMkLst>
            <pc:docMk/>
            <pc:sldMk cId="2283338157" sldId="285"/>
            <ac:picMk id="30" creationId="{E56A8221-3173-E95B-5247-87B034D17D27}"/>
          </ac:picMkLst>
        </pc:picChg>
        <pc:picChg chg="add mod">
          <ac:chgData name="Reinoso Breault, Diego" userId="S::6304136@bdeb.qc.ca::7220e4a4-b9a3-4a18-b4e6-3ca9706c1337" providerId="AD" clId="Web-{690FD359-5E68-09B9-AF58-C01C33ED398C}" dt="2026-05-18T23:58:50.058" v="113" actId="1076"/>
          <ac:picMkLst>
            <pc:docMk/>
            <pc:sldMk cId="2283338157" sldId="285"/>
            <ac:picMk id="31" creationId="{F85347B1-418E-D9ED-17AD-08D726FF1D05}"/>
          </ac:picMkLst>
        </pc:picChg>
        <pc:picChg chg="add del mod">
          <ac:chgData name="Reinoso Breault, Diego" userId="S::6304136@bdeb.qc.ca::7220e4a4-b9a3-4a18-b4e6-3ca9706c1337" providerId="AD" clId="Web-{690FD359-5E68-09B9-AF58-C01C33ED398C}" dt="2026-05-18T23:55:33.370" v="74"/>
          <ac:picMkLst>
            <pc:docMk/>
            <pc:sldMk cId="2283338157" sldId="285"/>
            <ac:picMk id="32" creationId="{00F14035-9F77-29FF-BEB6-688841A4D316}"/>
          </ac:picMkLst>
        </pc:picChg>
        <pc:picChg chg="add mod">
          <ac:chgData name="Reinoso Breault, Diego" userId="S::6304136@bdeb.qc.ca::7220e4a4-b9a3-4a18-b4e6-3ca9706c1337" providerId="AD" clId="Web-{690FD359-5E68-09B9-AF58-C01C33ED398C}" dt="2026-05-18T23:59:17.996" v="126" actId="1076"/>
          <ac:picMkLst>
            <pc:docMk/>
            <pc:sldMk cId="2283338157" sldId="285"/>
            <ac:picMk id="33" creationId="{B714E3A2-3BCD-58DE-1B19-2973B0A515BE}"/>
          </ac:picMkLst>
        </pc:picChg>
        <pc:picChg chg="add mod">
          <ac:chgData name="Reinoso Breault, Diego" userId="S::6304136@bdeb.qc.ca::7220e4a4-b9a3-4a18-b4e6-3ca9706c1337" providerId="AD" clId="Web-{690FD359-5E68-09B9-AF58-C01C33ED398C}" dt="2026-05-18T23:59:11.793" v="123" actId="1076"/>
          <ac:picMkLst>
            <pc:docMk/>
            <pc:sldMk cId="2283338157" sldId="285"/>
            <ac:picMk id="34" creationId="{355E11A4-E0F7-8774-A086-33BF44321C23}"/>
          </ac:picMkLst>
        </pc:picChg>
        <pc:picChg chg="add mod">
          <ac:chgData name="Reinoso Breault, Diego" userId="S::6304136@bdeb.qc.ca::7220e4a4-b9a3-4a18-b4e6-3ca9706c1337" providerId="AD" clId="Web-{690FD359-5E68-09B9-AF58-C01C33ED398C}" dt="2026-05-18T23:58:45.574" v="111" actId="1076"/>
          <ac:picMkLst>
            <pc:docMk/>
            <pc:sldMk cId="2283338157" sldId="285"/>
            <ac:picMk id="35" creationId="{ACEEB2CF-726F-EF2B-CF5B-6573B5A9A349}"/>
          </ac:picMkLst>
        </pc:picChg>
        <pc:picChg chg="add mod">
          <ac:chgData name="Reinoso Breault, Diego" userId="S::6304136@bdeb.qc.ca::7220e4a4-b9a3-4a18-b4e6-3ca9706c1337" providerId="AD" clId="Web-{690FD359-5E68-09B9-AF58-C01C33ED398C}" dt="2026-05-18T23:58:52.277" v="114" actId="1076"/>
          <ac:picMkLst>
            <pc:docMk/>
            <pc:sldMk cId="2283338157" sldId="285"/>
            <ac:picMk id="36" creationId="{0C332C94-1AE4-268F-AA3E-8DC38F5AB58E}"/>
          </ac:picMkLst>
        </pc:picChg>
        <pc:picChg chg="add mod">
          <ac:chgData name="Reinoso Breault, Diego" userId="S::6304136@bdeb.qc.ca::7220e4a4-b9a3-4a18-b4e6-3ca9706c1337" providerId="AD" clId="Web-{690FD359-5E68-09B9-AF58-C01C33ED398C}" dt="2026-05-18T23:58:54.387" v="115" actId="1076"/>
          <ac:picMkLst>
            <pc:docMk/>
            <pc:sldMk cId="2283338157" sldId="285"/>
            <ac:picMk id="37" creationId="{016AEA2B-57B6-95F7-C7B9-7D9CD96AB3A2}"/>
          </ac:picMkLst>
        </pc:picChg>
        <pc:picChg chg="add mod">
          <ac:chgData name="Reinoso Breault, Diego" userId="S::6304136@bdeb.qc.ca::7220e4a4-b9a3-4a18-b4e6-3ca9706c1337" providerId="AD" clId="Web-{690FD359-5E68-09B9-AF58-C01C33ED398C}" dt="2026-05-18T23:58:55.965" v="116" actId="1076"/>
          <ac:picMkLst>
            <pc:docMk/>
            <pc:sldMk cId="2283338157" sldId="285"/>
            <ac:picMk id="38" creationId="{2E8B69A1-6012-6E3A-1528-A25A235F0622}"/>
          </ac:picMkLst>
        </pc:picChg>
        <pc:picChg chg="add mod">
          <ac:chgData name="Reinoso Breault, Diego" userId="S::6304136@bdeb.qc.ca::7220e4a4-b9a3-4a18-b4e6-3ca9706c1337" providerId="AD" clId="Web-{690FD359-5E68-09B9-AF58-C01C33ED398C}" dt="2026-05-18T23:59:15.308" v="124" actId="1076"/>
          <ac:picMkLst>
            <pc:docMk/>
            <pc:sldMk cId="2283338157" sldId="285"/>
            <ac:picMk id="40" creationId="{78F480FA-C9F1-A95E-B7A3-70C8B2644D03}"/>
          </ac:picMkLst>
        </pc:picChg>
      </pc:sldChg>
    </pc:docChg>
  </pc:docChgLst>
  <pc:docChgLst>
    <pc:chgData name="Vakilian, Amirhossein" userId="S::6271394@bdeb.qc.ca::44662546-95ae-4bbf-b502-4fac09d984a4" providerId="AD" clId="Web-{F965407E-19B0-4ACD-F4A8-685AD6167334}"/>
    <pc:docChg chg="addSld modSld">
      <pc:chgData name="Vakilian, Amirhossein" userId="S::6271394@bdeb.qc.ca::44662546-95ae-4bbf-b502-4fac09d984a4" providerId="AD" clId="Web-{F965407E-19B0-4ACD-F4A8-685AD6167334}" dt="2026-05-16T04:13:21.850" v="26" actId="20577"/>
      <pc:docMkLst>
        <pc:docMk/>
      </pc:docMkLst>
      <pc:sldChg chg="addSp delSp modSp add replId">
        <pc:chgData name="Vakilian, Amirhossein" userId="S::6271394@bdeb.qc.ca::44662546-95ae-4bbf-b502-4fac09d984a4" providerId="AD" clId="Web-{F965407E-19B0-4ACD-F4A8-685AD6167334}" dt="2026-05-16T04:08:08.942" v="12" actId="20577"/>
        <pc:sldMkLst>
          <pc:docMk/>
          <pc:sldMk cId="1644293745" sldId="281"/>
        </pc:sldMkLst>
        <pc:spChg chg="mod">
          <ac:chgData name="Vakilian, Amirhossein" userId="S::6271394@bdeb.qc.ca::44662546-95ae-4bbf-b502-4fac09d984a4" providerId="AD" clId="Web-{F965407E-19B0-4ACD-F4A8-685AD6167334}" dt="2026-05-16T04:08:08.942" v="12" actId="20577"/>
          <ac:spMkLst>
            <pc:docMk/>
            <pc:sldMk cId="1644293745" sldId="281"/>
            <ac:spMk id="1056" creationId="{CEC596F1-65A0-6C5B-0E23-E31AFF8C7011}"/>
          </ac:spMkLst>
        </pc:spChg>
      </pc:sldChg>
      <pc:sldChg chg="modSp add replId">
        <pc:chgData name="Vakilian, Amirhossein" userId="S::6271394@bdeb.qc.ca::44662546-95ae-4bbf-b502-4fac09d984a4" providerId="AD" clId="Web-{F965407E-19B0-4ACD-F4A8-685AD6167334}" dt="2026-05-16T04:13:21.850" v="26" actId="20577"/>
        <pc:sldMkLst>
          <pc:docMk/>
          <pc:sldMk cId="3799359520" sldId="282"/>
        </pc:sldMkLst>
        <pc:spChg chg="mod">
          <ac:chgData name="Vakilian, Amirhossein" userId="S::6271394@bdeb.qc.ca::44662546-95ae-4bbf-b502-4fac09d984a4" providerId="AD" clId="Web-{F965407E-19B0-4ACD-F4A8-685AD6167334}" dt="2026-05-16T04:13:21.850" v="26" actId="20577"/>
          <ac:spMkLst>
            <pc:docMk/>
            <pc:sldMk cId="3799359520" sldId="282"/>
            <ac:spMk id="1056" creationId="{1E8DB214-7D34-DC4D-FB24-27B98CC9B4E0}"/>
          </ac:spMkLst>
        </pc:spChg>
        <pc:spChg chg="mod">
          <ac:chgData name="Vakilian, Amirhossein" userId="S::6271394@bdeb.qc.ca::44662546-95ae-4bbf-b502-4fac09d984a4" providerId="AD" clId="Web-{F965407E-19B0-4ACD-F4A8-685AD6167334}" dt="2026-05-16T04:12:52.913" v="23" actId="1076"/>
          <ac:spMkLst>
            <pc:docMk/>
            <pc:sldMk cId="3799359520" sldId="282"/>
            <ac:spMk id="1057" creationId="{59AE04B9-230D-A2EE-CB1D-3EF5A8213A16}"/>
          </ac:spMkLst>
        </pc:spChg>
      </pc:sldChg>
    </pc:docChg>
  </pc:docChgLst>
  <pc:docChgLst>
    <pc:chgData name="Kim, Ian" userId="280e1856-3d88-40a0-b2c3-c2ed2c58969f" providerId="ADAL" clId="{8FCE695E-04CD-42AA-827F-4C2A97D8695F}"/>
    <pc:docChg chg="undo custSel addSld delSld modSld">
      <pc:chgData name="Kim, Ian" userId="280e1856-3d88-40a0-b2c3-c2ed2c58969f" providerId="ADAL" clId="{8FCE695E-04CD-42AA-827F-4C2A97D8695F}" dt="2026-05-19T21:34:49.472" v="10" actId="2696"/>
      <pc:docMkLst>
        <pc:docMk/>
      </pc:docMkLst>
      <pc:sldChg chg="del">
        <pc:chgData name="Kim, Ian" userId="280e1856-3d88-40a0-b2c3-c2ed2c58969f" providerId="ADAL" clId="{8FCE695E-04CD-42AA-827F-4C2A97D8695F}" dt="2026-05-19T21:34:49.472" v="10" actId="2696"/>
        <pc:sldMkLst>
          <pc:docMk/>
          <pc:sldMk cId="2528807631" sldId="284"/>
        </pc:sldMkLst>
      </pc:sldChg>
      <pc:sldChg chg="modSp new mod">
        <pc:chgData name="Kim, Ian" userId="280e1856-3d88-40a0-b2c3-c2ed2c58969f" providerId="ADAL" clId="{8FCE695E-04CD-42AA-827F-4C2A97D8695F}" dt="2026-05-19T21:34:29.656" v="8" actId="20577"/>
        <pc:sldMkLst>
          <pc:docMk/>
          <pc:sldMk cId="2049990352" sldId="288"/>
        </pc:sldMkLst>
        <pc:spChg chg="mod">
          <ac:chgData name="Kim, Ian" userId="280e1856-3d88-40a0-b2c3-c2ed2c58969f" providerId="ADAL" clId="{8FCE695E-04CD-42AA-827F-4C2A97D8695F}" dt="2026-05-19T21:34:29.656" v="8" actId="20577"/>
          <ac:spMkLst>
            <pc:docMk/>
            <pc:sldMk cId="2049990352" sldId="288"/>
            <ac:spMk id="3" creationId="{79200B43-9465-375C-7CC7-5D72ED9828B1}"/>
          </ac:spMkLst>
        </pc:spChg>
      </pc:sldChg>
      <pc:sldChg chg="new">
        <pc:chgData name="Kim, Ian" userId="280e1856-3d88-40a0-b2c3-c2ed2c58969f" providerId="ADAL" clId="{8FCE695E-04CD-42AA-827F-4C2A97D8695F}" dt="2026-05-19T21:34:45.926" v="9" actId="680"/>
        <pc:sldMkLst>
          <pc:docMk/>
          <pc:sldMk cId="3498561885" sldId="289"/>
        </pc:sldMkLst>
      </pc:sldChg>
    </pc:docChg>
  </pc:docChgLst>
  <pc:docChgLst>
    <pc:chgData name="Ore Rodriguez, Martin" userId="053209eb-4509-4753-8087-fb5d397b767f" providerId="ADAL" clId="{F8618DC4-85AB-44C2-9B35-8ACED0AE4853}"/>
    <pc:docChg chg="undo custSel addSld modSld sldOrd">
      <pc:chgData name="Ore Rodriguez, Martin" userId="053209eb-4509-4753-8087-fb5d397b767f" providerId="ADAL" clId="{F8618DC4-85AB-44C2-9B35-8ACED0AE4853}" dt="2026-05-19T03:17:25.027" v="1607" actId="1037"/>
      <pc:docMkLst>
        <pc:docMk/>
      </pc:docMkLst>
      <pc:sldChg chg="modSp new mod ord">
        <pc:chgData name="Ore Rodriguez, Martin" userId="053209eb-4509-4753-8087-fb5d397b767f" providerId="ADAL" clId="{F8618DC4-85AB-44C2-9B35-8ACED0AE4853}" dt="2026-05-18T16:33:52.021" v="1396" actId="27636"/>
        <pc:sldMkLst>
          <pc:docMk/>
          <pc:sldMk cId="2062216328" sldId="257"/>
        </pc:sldMkLst>
        <pc:spChg chg="mod">
          <ac:chgData name="Ore Rodriguez, Martin" userId="053209eb-4509-4753-8087-fb5d397b767f" providerId="ADAL" clId="{F8618DC4-85AB-44C2-9B35-8ACED0AE4853}" dt="2026-05-15T12:48:25.176" v="33" actId="20577"/>
          <ac:spMkLst>
            <pc:docMk/>
            <pc:sldMk cId="2062216328" sldId="257"/>
            <ac:spMk id="2" creationId="{D734F7D6-BF5B-D4A2-18DF-90EC10582A09}"/>
          </ac:spMkLst>
        </pc:spChg>
        <pc:spChg chg="mod">
          <ac:chgData name="Ore Rodriguez, Martin" userId="053209eb-4509-4753-8087-fb5d397b767f" providerId="ADAL" clId="{F8618DC4-85AB-44C2-9B35-8ACED0AE4853}" dt="2026-05-18T16:33:52.021" v="1396" actId="27636"/>
          <ac:spMkLst>
            <pc:docMk/>
            <pc:sldMk cId="2062216328" sldId="257"/>
            <ac:spMk id="3" creationId="{7A7540B7-4959-F08D-EF44-F5DDC35BD9D6}"/>
          </ac:spMkLst>
        </pc:spChg>
      </pc:sldChg>
      <pc:sldChg chg="addSp delSp modSp new mod">
        <pc:chgData name="Ore Rodriguez, Martin" userId="053209eb-4509-4753-8087-fb5d397b767f" providerId="ADAL" clId="{F8618DC4-85AB-44C2-9B35-8ACED0AE4853}" dt="2026-05-19T03:17:25.027" v="1607" actId="1037"/>
        <pc:sldMkLst>
          <pc:docMk/>
          <pc:sldMk cId="687039298" sldId="283"/>
        </pc:sldMkLst>
        <pc:spChg chg="mod">
          <ac:chgData name="Ore Rodriguez, Martin" userId="053209eb-4509-4753-8087-fb5d397b767f" providerId="ADAL" clId="{F8618DC4-85AB-44C2-9B35-8ACED0AE4853}" dt="2026-05-18T16:06:52.800" v="1032" actId="20577"/>
          <ac:spMkLst>
            <pc:docMk/>
            <pc:sldMk cId="687039298" sldId="283"/>
            <ac:spMk id="2" creationId="{CFB9831E-EE08-8C83-7EF8-C026DC75D1EE}"/>
          </ac:spMkLst>
        </pc:spChg>
        <pc:spChg chg="mod">
          <ac:chgData name="Ore Rodriguez, Martin" userId="053209eb-4509-4753-8087-fb5d397b767f" providerId="ADAL" clId="{F8618DC4-85AB-44C2-9B35-8ACED0AE4853}" dt="2026-05-19T02:57:29.662" v="1526" actId="1076"/>
          <ac:spMkLst>
            <pc:docMk/>
            <pc:sldMk cId="687039298" sldId="283"/>
            <ac:spMk id="3" creationId="{E53DDDB1-0923-5176-6C40-9EB821483F5F}"/>
          </ac:spMkLst>
        </pc:spChg>
        <pc:spChg chg="add del mod">
          <ac:chgData name="Ore Rodriguez, Martin" userId="053209eb-4509-4753-8087-fb5d397b767f" providerId="ADAL" clId="{F8618DC4-85AB-44C2-9B35-8ACED0AE4853}" dt="2026-05-19T02:57:11.575" v="1510"/>
          <ac:spMkLst>
            <pc:docMk/>
            <pc:sldMk cId="687039298" sldId="283"/>
            <ac:spMk id="5" creationId="{231F8B9C-19C8-814C-FAFF-932B7EA755AB}"/>
          </ac:spMkLst>
        </pc:spChg>
        <pc:spChg chg="mod">
          <ac:chgData name="Ore Rodriguez, Martin" userId="053209eb-4509-4753-8087-fb5d397b767f" providerId="ADAL" clId="{F8618DC4-85AB-44C2-9B35-8ACED0AE4853}" dt="2026-05-19T03:12:49.919" v="1587" actId="207"/>
          <ac:spMkLst>
            <pc:docMk/>
            <pc:sldMk cId="687039298" sldId="283"/>
            <ac:spMk id="10" creationId="{B79E8355-A2B2-0418-20BA-D20642208014}"/>
          </ac:spMkLst>
        </pc:spChg>
        <pc:spChg chg="mod">
          <ac:chgData name="Ore Rodriguez, Martin" userId="053209eb-4509-4753-8087-fb5d397b767f" providerId="ADAL" clId="{F8618DC4-85AB-44C2-9B35-8ACED0AE4853}" dt="2026-05-19T02:59:06.730" v="1567" actId="20577"/>
          <ac:spMkLst>
            <pc:docMk/>
            <pc:sldMk cId="687039298" sldId="283"/>
            <ac:spMk id="12" creationId="{C281C700-57A9-6157-AE0F-DB1DC2EB91C1}"/>
          </ac:spMkLst>
        </pc:spChg>
        <pc:spChg chg="add mod">
          <ac:chgData name="Ore Rodriguez, Martin" userId="053209eb-4509-4753-8087-fb5d397b767f" providerId="ADAL" clId="{F8618DC4-85AB-44C2-9B35-8ACED0AE4853}" dt="2026-05-18T16:29:17.130" v="1336" actId="207"/>
          <ac:spMkLst>
            <pc:docMk/>
            <pc:sldMk cId="687039298" sldId="283"/>
            <ac:spMk id="18" creationId="{7DE162E4-4A0B-2A90-9B49-2E1FF8FF44EB}"/>
          </ac:spMkLst>
        </pc:spChg>
        <pc:spChg chg="add mod">
          <ac:chgData name="Ore Rodriguez, Martin" userId="053209eb-4509-4753-8087-fb5d397b767f" providerId="ADAL" clId="{F8618DC4-85AB-44C2-9B35-8ACED0AE4853}" dt="2026-05-18T16:25:42.276" v="1244" actId="164"/>
          <ac:spMkLst>
            <pc:docMk/>
            <pc:sldMk cId="687039298" sldId="283"/>
            <ac:spMk id="20" creationId="{1E196F4A-A4A1-6152-CB0C-F08E144106CC}"/>
          </ac:spMkLst>
        </pc:spChg>
        <pc:spChg chg="mod">
          <ac:chgData name="Ore Rodriguez, Martin" userId="053209eb-4509-4753-8087-fb5d397b767f" providerId="ADAL" clId="{F8618DC4-85AB-44C2-9B35-8ACED0AE4853}" dt="2026-05-18T16:26:48.703" v="1281" actId="1076"/>
          <ac:spMkLst>
            <pc:docMk/>
            <pc:sldMk cId="687039298" sldId="283"/>
            <ac:spMk id="24" creationId="{5C8032E9-C56A-9E15-29F3-30418A4E489C}"/>
          </ac:spMkLst>
        </pc:spChg>
        <pc:spChg chg="mod">
          <ac:chgData name="Ore Rodriguez, Martin" userId="053209eb-4509-4753-8087-fb5d397b767f" providerId="ADAL" clId="{F8618DC4-85AB-44C2-9B35-8ACED0AE4853}" dt="2026-05-18T16:26:45.383" v="1279" actId="14100"/>
          <ac:spMkLst>
            <pc:docMk/>
            <pc:sldMk cId="687039298" sldId="283"/>
            <ac:spMk id="25" creationId="{0B553AE2-439E-DDA0-E939-AD74E50DCEE4}"/>
          </ac:spMkLst>
        </pc:spChg>
        <pc:spChg chg="mod">
          <ac:chgData name="Ore Rodriguez, Martin" userId="053209eb-4509-4753-8087-fb5d397b767f" providerId="ADAL" clId="{F8618DC4-85AB-44C2-9B35-8ACED0AE4853}" dt="2026-05-18T16:28:04.489" v="1300" actId="207"/>
          <ac:spMkLst>
            <pc:docMk/>
            <pc:sldMk cId="687039298" sldId="283"/>
            <ac:spMk id="32" creationId="{A70D6D5C-31ED-5A5E-02D4-5BE770BA0263}"/>
          </ac:spMkLst>
        </pc:spChg>
        <pc:spChg chg="mod">
          <ac:chgData name="Ore Rodriguez, Martin" userId="053209eb-4509-4753-8087-fb5d397b767f" providerId="ADAL" clId="{F8618DC4-85AB-44C2-9B35-8ACED0AE4853}" dt="2026-05-19T02:58:15.324" v="1544" actId="404"/>
          <ac:spMkLst>
            <pc:docMk/>
            <pc:sldMk cId="687039298" sldId="283"/>
            <ac:spMk id="33" creationId="{9EB5D3CD-9490-1962-5593-E2A0B40F2F73}"/>
          </ac:spMkLst>
        </pc:spChg>
        <pc:spChg chg="mod">
          <ac:chgData name="Ore Rodriguez, Martin" userId="053209eb-4509-4753-8087-fb5d397b767f" providerId="ADAL" clId="{F8618DC4-85AB-44C2-9B35-8ACED0AE4853}" dt="2026-05-18T16:30:42.486" v="1378" actId="207"/>
          <ac:spMkLst>
            <pc:docMk/>
            <pc:sldMk cId="687039298" sldId="283"/>
            <ac:spMk id="38" creationId="{E594BFE4-B401-858A-871A-6BB7AA0227D9}"/>
          </ac:spMkLst>
        </pc:spChg>
        <pc:spChg chg="mod">
          <ac:chgData name="Ore Rodriguez, Martin" userId="053209eb-4509-4753-8087-fb5d397b767f" providerId="ADAL" clId="{F8618DC4-85AB-44C2-9B35-8ACED0AE4853}" dt="2026-05-19T02:58:11.154" v="1543" actId="404"/>
          <ac:spMkLst>
            <pc:docMk/>
            <pc:sldMk cId="687039298" sldId="283"/>
            <ac:spMk id="39" creationId="{B146BBE9-4444-7163-28D4-CA1E744C564D}"/>
          </ac:spMkLst>
        </pc:spChg>
        <pc:grpChg chg="add del mod">
          <ac:chgData name="Ore Rodriguez, Martin" userId="053209eb-4509-4753-8087-fb5d397b767f" providerId="ADAL" clId="{F8618DC4-85AB-44C2-9B35-8ACED0AE4853}" dt="2026-05-19T02:59:09.046" v="1568" actId="478"/>
          <ac:grpSpMkLst>
            <pc:docMk/>
            <pc:sldMk cId="687039298" sldId="283"/>
            <ac:grpSpMk id="4" creationId="{FEF94CC3-F27F-A190-41C6-30E3E46F0F4E}"/>
          </ac:grpSpMkLst>
        </pc:grpChg>
        <pc:grpChg chg="mod topLvl">
          <ac:chgData name="Ore Rodriguez, Martin" userId="053209eb-4509-4753-8087-fb5d397b767f" providerId="ADAL" clId="{F8618DC4-85AB-44C2-9B35-8ACED0AE4853}" dt="2026-05-19T03:12:14.407" v="1585" actId="164"/>
          <ac:grpSpMkLst>
            <pc:docMk/>
            <pc:sldMk cId="687039298" sldId="283"/>
            <ac:grpSpMk id="6" creationId="{6D6F1D1F-4BFF-04D4-6231-071BF3BEA720}"/>
          </ac:grpSpMkLst>
        </pc:grpChg>
        <pc:grpChg chg="add mod">
          <ac:chgData name="Ore Rodriguez, Martin" userId="053209eb-4509-4753-8087-fb5d397b767f" providerId="ADAL" clId="{F8618DC4-85AB-44C2-9B35-8ACED0AE4853}" dt="2026-05-18T16:25:42.276" v="1244" actId="164"/>
          <ac:grpSpMkLst>
            <pc:docMk/>
            <pc:sldMk cId="687039298" sldId="283"/>
            <ac:grpSpMk id="19" creationId="{E205BFC7-B0C6-10EC-0B0A-7C148E11B894}"/>
          </ac:grpSpMkLst>
        </pc:grpChg>
        <pc:grpChg chg="add mod">
          <ac:chgData name="Ore Rodriguez, Martin" userId="053209eb-4509-4753-8087-fb5d397b767f" providerId="ADAL" clId="{F8618DC4-85AB-44C2-9B35-8ACED0AE4853}" dt="2026-05-19T02:57:45.178" v="1532" actId="1076"/>
          <ac:grpSpMkLst>
            <pc:docMk/>
            <pc:sldMk cId="687039298" sldId="283"/>
            <ac:grpSpMk id="21" creationId="{6F14EAC4-85B7-561D-D330-FA324647F24C}"/>
          </ac:grpSpMkLst>
        </pc:grpChg>
        <pc:grpChg chg="add del mod">
          <ac:chgData name="Ore Rodriguez, Martin" userId="053209eb-4509-4753-8087-fb5d397b767f" providerId="ADAL" clId="{F8618DC4-85AB-44C2-9B35-8ACED0AE4853}" dt="2026-05-18T16:26:55.424" v="1282" actId="164"/>
          <ac:grpSpMkLst>
            <pc:docMk/>
            <pc:sldMk cId="687039298" sldId="283"/>
            <ac:grpSpMk id="22" creationId="{6581D6E2-9C36-C99B-31D3-4DB51A19CA07}"/>
          </ac:grpSpMkLst>
        </pc:grpChg>
        <pc:grpChg chg="del mod">
          <ac:chgData name="Ore Rodriguez, Martin" userId="053209eb-4509-4753-8087-fb5d397b767f" providerId="ADAL" clId="{F8618DC4-85AB-44C2-9B35-8ACED0AE4853}" dt="2026-05-18T16:26:22.657" v="1269" actId="478"/>
          <ac:grpSpMkLst>
            <pc:docMk/>
            <pc:sldMk cId="687039298" sldId="283"/>
            <ac:grpSpMk id="23" creationId="{26BC7065-6A2C-F34A-6407-C1B15C8F2E27}"/>
          </ac:grpSpMkLst>
        </pc:grpChg>
        <pc:grpChg chg="add mod">
          <ac:chgData name="Ore Rodriguez, Martin" userId="053209eb-4509-4753-8087-fb5d397b767f" providerId="ADAL" clId="{F8618DC4-85AB-44C2-9B35-8ACED0AE4853}" dt="2026-05-19T03:17:20.148" v="1603" actId="1037"/>
          <ac:grpSpMkLst>
            <pc:docMk/>
            <pc:sldMk cId="687039298" sldId="283"/>
            <ac:grpSpMk id="26" creationId="{D2FE7F6B-DFE6-8C71-8314-18B04DC3614F}"/>
          </ac:grpSpMkLst>
        </pc:grpChg>
        <pc:grpChg chg="add mod">
          <ac:chgData name="Ore Rodriguez, Martin" userId="053209eb-4509-4753-8087-fb5d397b767f" providerId="ADAL" clId="{F8618DC4-85AB-44C2-9B35-8ACED0AE4853}" dt="2026-05-19T02:57:59.302" v="1539" actId="1076"/>
          <ac:grpSpMkLst>
            <pc:docMk/>
            <pc:sldMk cId="687039298" sldId="283"/>
            <ac:grpSpMk id="28" creationId="{C85736A9-8442-C71B-F71B-9D47449B919F}"/>
          </ac:grpSpMkLst>
        </pc:grpChg>
        <pc:grpChg chg="add del mod">
          <ac:chgData name="Ore Rodriguez, Martin" userId="053209eb-4509-4753-8087-fb5d397b767f" providerId="ADAL" clId="{F8618DC4-85AB-44C2-9B35-8ACED0AE4853}" dt="2026-05-18T16:27:12.721" v="1287" actId="478"/>
          <ac:grpSpMkLst>
            <pc:docMk/>
            <pc:sldMk cId="687039298" sldId="283"/>
            <ac:grpSpMk id="29" creationId="{D67E41D6-DCFC-C6C4-E480-1DCC5AD896C4}"/>
          </ac:grpSpMkLst>
        </pc:grpChg>
        <pc:grpChg chg="mod topLvl">
          <ac:chgData name="Ore Rodriguez, Martin" userId="053209eb-4509-4753-8087-fb5d397b767f" providerId="ADAL" clId="{F8618DC4-85AB-44C2-9B35-8ACED0AE4853}" dt="2026-05-18T16:28:11.271" v="1303" actId="164"/>
          <ac:grpSpMkLst>
            <pc:docMk/>
            <pc:sldMk cId="687039298" sldId="283"/>
            <ac:grpSpMk id="30" creationId="{B33F2E76-B393-67D8-7C32-0D656611AD21}"/>
          </ac:grpSpMkLst>
        </pc:grpChg>
        <pc:grpChg chg="add mod">
          <ac:chgData name="Ore Rodriguez, Martin" userId="053209eb-4509-4753-8087-fb5d397b767f" providerId="ADAL" clId="{F8618DC4-85AB-44C2-9B35-8ACED0AE4853}" dt="2026-05-19T02:58:07.544" v="1541" actId="1076"/>
          <ac:grpSpMkLst>
            <pc:docMk/>
            <pc:sldMk cId="687039298" sldId="283"/>
            <ac:grpSpMk id="34" creationId="{B97EE6EF-7D78-F799-BE40-E10F993EF2F5}"/>
          </ac:grpSpMkLst>
        </pc:grpChg>
        <pc:grpChg chg="add del mod">
          <ac:chgData name="Ore Rodriguez, Martin" userId="053209eb-4509-4753-8087-fb5d397b767f" providerId="ADAL" clId="{F8618DC4-85AB-44C2-9B35-8ACED0AE4853}" dt="2026-05-18T16:29:38.932" v="1340" actId="478"/>
          <ac:grpSpMkLst>
            <pc:docMk/>
            <pc:sldMk cId="687039298" sldId="283"/>
            <ac:grpSpMk id="35" creationId="{E2C005BB-C2E7-EF63-B374-A2566672E5AB}"/>
          </ac:grpSpMkLst>
        </pc:grpChg>
        <pc:grpChg chg="mod topLvl">
          <ac:chgData name="Ore Rodriguez, Martin" userId="053209eb-4509-4753-8087-fb5d397b767f" providerId="ADAL" clId="{F8618DC4-85AB-44C2-9B35-8ACED0AE4853}" dt="2026-05-18T16:29:52.728" v="1346" actId="164"/>
          <ac:grpSpMkLst>
            <pc:docMk/>
            <pc:sldMk cId="687039298" sldId="283"/>
            <ac:grpSpMk id="36" creationId="{8C330E28-9D59-5C8B-3221-DD755D6B3308}"/>
          </ac:grpSpMkLst>
        </pc:grpChg>
        <pc:grpChg chg="add mod">
          <ac:chgData name="Ore Rodriguez, Martin" userId="053209eb-4509-4753-8087-fb5d397b767f" providerId="ADAL" clId="{F8618DC4-85AB-44C2-9B35-8ACED0AE4853}" dt="2026-05-19T02:57:59.302" v="1539" actId="1076"/>
          <ac:grpSpMkLst>
            <pc:docMk/>
            <pc:sldMk cId="687039298" sldId="283"/>
            <ac:grpSpMk id="40" creationId="{3F229616-3656-7A75-F594-2B4EC9CA09B1}"/>
          </ac:grpSpMkLst>
        </pc:grpChg>
        <pc:picChg chg="add mod ord">
          <ac:chgData name="Ore Rodriguez, Martin" userId="053209eb-4509-4753-8087-fb5d397b767f" providerId="ADAL" clId="{F8618DC4-85AB-44C2-9B35-8ACED0AE4853}" dt="2026-05-18T16:24:11.745" v="1212" actId="1076"/>
          <ac:picMkLst>
            <pc:docMk/>
            <pc:sldMk cId="687039298" sldId="283"/>
            <ac:picMk id="7" creationId="{E0932318-13D0-F6BE-6CAC-35814652E6B5}"/>
          </ac:picMkLst>
        </pc:picChg>
        <pc:picChg chg="del mod topLvl">
          <ac:chgData name="Ore Rodriguez, Martin" userId="053209eb-4509-4753-8087-fb5d397b767f" providerId="ADAL" clId="{F8618DC4-85AB-44C2-9B35-8ACED0AE4853}" dt="2026-05-19T02:59:09.046" v="1568" actId="478"/>
          <ac:picMkLst>
            <pc:docMk/>
            <pc:sldMk cId="687039298" sldId="283"/>
            <ac:picMk id="8" creationId="{1C89488F-6F52-CDA8-3BC0-B62A034C754F}"/>
          </ac:picMkLst>
        </pc:picChg>
        <pc:picChg chg="add mod ord">
          <ac:chgData name="Ore Rodriguez, Martin" userId="053209eb-4509-4753-8087-fb5d397b767f" providerId="ADAL" clId="{F8618DC4-85AB-44C2-9B35-8ACED0AE4853}" dt="2026-05-18T16:24:11.745" v="1212" actId="1076"/>
          <ac:picMkLst>
            <pc:docMk/>
            <pc:sldMk cId="687039298" sldId="283"/>
            <ac:picMk id="9" creationId="{C3D6986E-B325-7032-0D00-C6492646A29B}"/>
          </ac:picMkLst>
        </pc:picChg>
        <pc:picChg chg="add mod ord">
          <ac:chgData name="Ore Rodriguez, Martin" userId="053209eb-4509-4753-8087-fb5d397b767f" providerId="ADAL" clId="{F8618DC4-85AB-44C2-9B35-8ACED0AE4853}" dt="2026-05-18T16:26:55.424" v="1282" actId="164"/>
          <ac:picMkLst>
            <pc:docMk/>
            <pc:sldMk cId="687039298" sldId="283"/>
            <ac:picMk id="11" creationId="{8986315A-1DCA-747F-A5C4-9858070766FA}"/>
          </ac:picMkLst>
        </pc:picChg>
        <pc:picChg chg="add del mod">
          <ac:chgData name="Ore Rodriguez, Martin" userId="053209eb-4509-4753-8087-fb5d397b767f" providerId="ADAL" clId="{F8618DC4-85AB-44C2-9B35-8ACED0AE4853}" dt="2026-05-18T16:18:14.637" v="1180" actId="21"/>
          <ac:picMkLst>
            <pc:docMk/>
            <pc:sldMk cId="687039298" sldId="283"/>
            <ac:picMk id="13" creationId="{A4819E43-4A17-F98F-7A76-83D10AB04AB7}"/>
          </ac:picMkLst>
        </pc:picChg>
        <pc:picChg chg="add mod ord">
          <ac:chgData name="Ore Rodriguez, Martin" userId="053209eb-4509-4753-8087-fb5d397b767f" providerId="ADAL" clId="{F8618DC4-85AB-44C2-9B35-8ACED0AE4853}" dt="2026-05-18T16:28:11.271" v="1303" actId="164"/>
          <ac:picMkLst>
            <pc:docMk/>
            <pc:sldMk cId="687039298" sldId="283"/>
            <ac:picMk id="15" creationId="{E980DF7A-FE98-0F6A-762E-39C40452485F}"/>
          </ac:picMkLst>
        </pc:picChg>
        <pc:picChg chg="add mod ord">
          <ac:chgData name="Ore Rodriguez, Martin" userId="053209eb-4509-4753-8087-fb5d397b767f" providerId="ADAL" clId="{F8618DC4-85AB-44C2-9B35-8ACED0AE4853}" dt="2026-05-18T16:29:52.728" v="1346" actId="164"/>
          <ac:picMkLst>
            <pc:docMk/>
            <pc:sldMk cId="687039298" sldId="283"/>
            <ac:picMk id="17" creationId="{F74C2C6A-4331-70B1-B8E2-50BD828193AA}"/>
          </ac:picMkLst>
        </pc:picChg>
        <pc:picChg chg="add mod">
          <ac:chgData name="Ore Rodriguez, Martin" userId="053209eb-4509-4753-8087-fb5d397b767f" providerId="ADAL" clId="{F8618DC4-85AB-44C2-9B35-8ACED0AE4853}" dt="2026-05-19T03:12:14.407" v="1585" actId="164"/>
          <ac:picMkLst>
            <pc:docMk/>
            <pc:sldMk cId="687039298" sldId="283"/>
            <ac:picMk id="23" creationId="{35CF3CA4-A46E-01C8-1361-C741BE55EEB7}"/>
          </ac:picMkLst>
        </pc:picChg>
        <pc:picChg chg="del mod">
          <ac:chgData name="Ore Rodriguez, Martin" userId="053209eb-4509-4753-8087-fb5d397b767f" providerId="ADAL" clId="{F8618DC4-85AB-44C2-9B35-8ACED0AE4853}" dt="2026-05-18T16:26:22.657" v="1269" actId="478"/>
          <ac:picMkLst>
            <pc:docMk/>
            <pc:sldMk cId="687039298" sldId="283"/>
            <ac:picMk id="26" creationId="{0B03AE86-901A-2DC1-52B0-A2288200E29D}"/>
          </ac:picMkLst>
        </pc:picChg>
        <pc:picChg chg="del mod">
          <ac:chgData name="Ore Rodriguez, Martin" userId="053209eb-4509-4753-8087-fb5d397b767f" providerId="ADAL" clId="{F8618DC4-85AB-44C2-9B35-8ACED0AE4853}" dt="2026-05-18T16:26:18.848" v="1266" actId="478"/>
          <ac:picMkLst>
            <pc:docMk/>
            <pc:sldMk cId="687039298" sldId="283"/>
            <ac:picMk id="27" creationId="{8351CB47-C270-3A66-7C55-7CB390FE728B}"/>
          </ac:picMkLst>
        </pc:picChg>
        <pc:picChg chg="del mod topLvl">
          <ac:chgData name="Ore Rodriguez, Martin" userId="053209eb-4509-4753-8087-fb5d397b767f" providerId="ADAL" clId="{F8618DC4-85AB-44C2-9B35-8ACED0AE4853}" dt="2026-05-18T16:27:12.721" v="1287" actId="478"/>
          <ac:picMkLst>
            <pc:docMk/>
            <pc:sldMk cId="687039298" sldId="283"/>
            <ac:picMk id="31" creationId="{7F61A383-F09E-1395-1434-35F8FF6F4D1D}"/>
          </ac:picMkLst>
        </pc:picChg>
        <pc:picChg chg="del mod topLvl">
          <ac:chgData name="Ore Rodriguez, Martin" userId="053209eb-4509-4753-8087-fb5d397b767f" providerId="ADAL" clId="{F8618DC4-85AB-44C2-9B35-8ACED0AE4853}" dt="2026-05-18T16:29:38.932" v="1340" actId="478"/>
          <ac:picMkLst>
            <pc:docMk/>
            <pc:sldMk cId="687039298" sldId="283"/>
            <ac:picMk id="37" creationId="{538F201F-1FCE-FDEF-457B-4D3C48F9EA7D}"/>
          </ac:picMkLst>
        </pc:picChg>
        <pc:cxnChg chg="add mod">
          <ac:chgData name="Ore Rodriguez, Martin" userId="053209eb-4509-4753-8087-fb5d397b767f" providerId="ADAL" clId="{F8618DC4-85AB-44C2-9B35-8ACED0AE4853}" dt="2026-05-19T03:17:25.027" v="1607" actId="1037"/>
          <ac:cxnSpMkLst>
            <pc:docMk/>
            <pc:sldMk cId="687039298" sldId="283"/>
            <ac:cxnSpMk id="14" creationId="{AC8DF9DF-E5B4-CCA4-E6BA-6FDFAE2E3FEA}"/>
          </ac:cxnSpMkLst>
        </pc:cxnChg>
      </pc:sldChg>
      <pc:sldChg chg="addSp delSp modSp new mod">
        <pc:chgData name="Ore Rodriguez, Martin" userId="053209eb-4509-4753-8087-fb5d397b767f" providerId="ADAL" clId="{F8618DC4-85AB-44C2-9B35-8ACED0AE4853}" dt="2026-05-18T16:55:16.559" v="1440" actId="14100"/>
        <pc:sldMkLst>
          <pc:docMk/>
          <pc:sldMk cId="2528807631" sldId="284"/>
        </pc:sldMkLst>
        <pc:spChg chg="mod">
          <ac:chgData name="Ore Rodriguez, Martin" userId="053209eb-4509-4753-8087-fb5d397b767f" providerId="ADAL" clId="{F8618DC4-85AB-44C2-9B35-8ACED0AE4853}" dt="2026-05-18T16:40:25.826" v="1409" actId="1076"/>
          <ac:spMkLst>
            <pc:docMk/>
            <pc:sldMk cId="2528807631" sldId="284"/>
            <ac:spMk id="3" creationId="{C1426AB9-BB89-6930-00DD-5E0F1D758095}"/>
          </ac:spMkLst>
        </pc:spChg>
        <pc:picChg chg="add mod">
          <ac:chgData name="Ore Rodriguez, Martin" userId="053209eb-4509-4753-8087-fb5d397b767f" providerId="ADAL" clId="{F8618DC4-85AB-44C2-9B35-8ACED0AE4853}" dt="2026-05-18T16:42:46.567" v="1426" actId="1076"/>
          <ac:picMkLst>
            <pc:docMk/>
            <pc:sldMk cId="2528807631" sldId="284"/>
            <ac:picMk id="5" creationId="{1DD176EA-75BF-3829-4B96-E6BD5A1F7673}"/>
          </ac:picMkLst>
        </pc:picChg>
        <pc:picChg chg="add mod">
          <ac:chgData name="Ore Rodriguez, Martin" userId="053209eb-4509-4753-8087-fb5d397b767f" providerId="ADAL" clId="{F8618DC4-85AB-44C2-9B35-8ACED0AE4853}" dt="2026-05-18T16:42:46.567" v="1426" actId="1076"/>
          <ac:picMkLst>
            <pc:docMk/>
            <pc:sldMk cId="2528807631" sldId="284"/>
            <ac:picMk id="7" creationId="{54652594-013E-B294-04A4-94DA172463DF}"/>
          </ac:picMkLst>
        </pc:picChg>
        <pc:picChg chg="add mod">
          <ac:chgData name="Ore Rodriguez, Martin" userId="053209eb-4509-4753-8087-fb5d397b767f" providerId="ADAL" clId="{F8618DC4-85AB-44C2-9B35-8ACED0AE4853}" dt="2026-05-18T16:43:52.150" v="1437" actId="1076"/>
          <ac:picMkLst>
            <pc:docMk/>
            <pc:sldMk cId="2528807631" sldId="284"/>
            <ac:picMk id="9" creationId="{5DCD4012-9796-DB5B-94FD-B4DB16969706}"/>
          </ac:picMkLst>
        </pc:picChg>
        <pc:picChg chg="add mod">
          <ac:chgData name="Ore Rodriguez, Martin" userId="053209eb-4509-4753-8087-fb5d397b767f" providerId="ADAL" clId="{F8618DC4-85AB-44C2-9B35-8ACED0AE4853}" dt="2026-05-18T16:55:16.559" v="1440" actId="14100"/>
          <ac:picMkLst>
            <pc:docMk/>
            <pc:sldMk cId="2528807631" sldId="284"/>
            <ac:picMk id="11" creationId="{969326FB-BFD0-CD46-4B24-33B067A59F87}"/>
          </ac:picMkLst>
        </pc:picChg>
        <pc:picChg chg="add del">
          <ac:chgData name="Ore Rodriguez, Martin" userId="053209eb-4509-4753-8087-fb5d397b767f" providerId="ADAL" clId="{F8618DC4-85AB-44C2-9B35-8ACED0AE4853}" dt="2026-05-18T16:47:13.471" v="1439" actId="478"/>
          <ac:picMkLst>
            <pc:docMk/>
            <pc:sldMk cId="2528807631" sldId="284"/>
            <ac:picMk id="13" creationId="{668E3B9A-5D79-BE71-045F-D3ABF7FE2574}"/>
          </ac:picMkLst>
        </pc:picChg>
      </pc:sldChg>
      <pc:sldChg chg="addSp modSp new mod ord">
        <pc:chgData name="Ore Rodriguez, Martin" userId="053209eb-4509-4753-8087-fb5d397b767f" providerId="ADAL" clId="{F8618DC4-85AB-44C2-9B35-8ACED0AE4853}" dt="2026-05-19T03:15:26.394" v="1596" actId="1076"/>
        <pc:sldMkLst>
          <pc:docMk/>
          <pc:sldMk cId="2940455972" sldId="287"/>
        </pc:sldMkLst>
        <pc:spChg chg="mod">
          <ac:chgData name="Ore Rodriguez, Martin" userId="053209eb-4509-4753-8087-fb5d397b767f" providerId="ADAL" clId="{F8618DC4-85AB-44C2-9B35-8ACED0AE4853}" dt="2026-05-19T03:15:20.383" v="1595" actId="1076"/>
          <ac:spMkLst>
            <pc:docMk/>
            <pc:sldMk cId="2940455972" sldId="287"/>
            <ac:spMk id="3" creationId="{9BBC1685-7931-004B-C06D-49DC02547692}"/>
          </ac:spMkLst>
        </pc:spChg>
        <pc:picChg chg="add mod modCrop">
          <ac:chgData name="Ore Rodriguez, Martin" userId="053209eb-4509-4753-8087-fb5d397b767f" providerId="ADAL" clId="{F8618DC4-85AB-44C2-9B35-8ACED0AE4853}" dt="2026-05-19T03:15:26.394" v="1596" actId="1076"/>
          <ac:picMkLst>
            <pc:docMk/>
            <pc:sldMk cId="2940455972" sldId="287"/>
            <ac:picMk id="5" creationId="{3144D68A-6570-26FE-5084-139CEC388DA1}"/>
          </ac:picMkLst>
        </pc:picChg>
      </pc:sldChg>
    </pc:docChg>
  </pc:docChgLst>
  <pc:docChgLst>
    <pc:chgData name="Reinoso Breault, Diego" userId="S::6304136@bdeb.qc.ca::7220e4a4-b9a3-4a18-b4e6-3ca9706c1337" providerId="AD" clId="Web-{AE8C3B8F-6B59-C369-C89D-F168826A2D0E}"/>
    <pc:docChg chg="addSld delSld modSld sldOrd">
      <pc:chgData name="Reinoso Breault, Diego" userId="S::6304136@bdeb.qc.ca::7220e4a4-b9a3-4a18-b4e6-3ca9706c1337" providerId="AD" clId="Web-{AE8C3B8F-6B59-C369-C89D-F168826A2D0E}" dt="2026-05-16T02:59:28.636" v="513" actId="1076"/>
      <pc:docMkLst>
        <pc:docMk/>
      </pc:docMkLst>
      <pc:sldChg chg="addSp delSp modSp">
        <pc:chgData name="Reinoso Breault, Diego" userId="S::6304136@bdeb.qc.ca::7220e4a4-b9a3-4a18-b4e6-3ca9706c1337" providerId="AD" clId="Web-{AE8C3B8F-6B59-C369-C89D-F168826A2D0E}" dt="2026-05-16T02:57:45.854" v="504" actId="1076"/>
        <pc:sldMkLst>
          <pc:docMk/>
          <pc:sldMk cId="2224882712" sldId="258"/>
        </pc:sldMkLst>
        <pc:spChg chg="mod">
          <ac:chgData name="Reinoso Breault, Diego" userId="S::6304136@bdeb.qc.ca::7220e4a4-b9a3-4a18-b4e6-3ca9706c1337" providerId="AD" clId="Web-{AE8C3B8F-6B59-C369-C89D-F168826A2D0E}" dt="2026-05-16T02:37:55.641" v="107" actId="1076"/>
          <ac:spMkLst>
            <pc:docMk/>
            <pc:sldMk cId="2224882712" sldId="258"/>
            <ac:spMk id="932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7:45.854" v="504" actId="1076"/>
          <ac:spMkLst>
            <pc:docMk/>
            <pc:sldMk cId="2224882712" sldId="258"/>
            <ac:spMk id="933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26:36.526" v="8" actId="1076"/>
          <ac:spMkLst>
            <pc:docMk/>
            <pc:sldMk cId="2224882712" sldId="258"/>
            <ac:spMk id="966" creationId="{00000000-0000-0000-0000-000000000000}"/>
          </ac:spMkLst>
        </pc:spChg>
        <pc:grpChg chg="topLvl">
          <ac:chgData name="Reinoso Breault, Diego" userId="S::6304136@bdeb.qc.ca::7220e4a4-b9a3-4a18-b4e6-3ca9706c1337" providerId="AD" clId="Web-{AE8C3B8F-6B59-C369-C89D-F168826A2D0E}" dt="2026-05-16T02:26:28.244" v="6"/>
          <ac:grpSpMkLst>
            <pc:docMk/>
            <pc:sldMk cId="2224882712" sldId="258"/>
            <ac:grpSpMk id="935" creationId="{00000000-0000-0000-0000-000000000000}"/>
          </ac:grpSpMkLst>
        </pc:grpChg>
        <pc:picChg chg="add mod">
          <ac:chgData name="Reinoso Breault, Diego" userId="S::6304136@bdeb.qc.ca::7220e4a4-b9a3-4a18-b4e6-3ca9706c1337" providerId="AD" clId="Web-{AE8C3B8F-6B59-C369-C89D-F168826A2D0E}" dt="2026-05-16T02:57:34.213" v="501" actId="1076"/>
          <ac:picMkLst>
            <pc:docMk/>
            <pc:sldMk cId="2224882712" sldId="258"/>
            <ac:picMk id="2" creationId="{F7101B68-89BF-F798-D437-0CD8D7967185}"/>
          </ac:picMkLst>
        </pc:picChg>
      </pc:sldChg>
      <pc:sldChg chg="modSp add ord">
        <pc:chgData name="Reinoso Breault, Diego" userId="S::6304136@bdeb.qc.ca::7220e4a4-b9a3-4a18-b4e6-3ca9706c1337" providerId="AD" clId="Web-{AE8C3B8F-6B59-C369-C89D-F168826A2D0E}" dt="2026-05-16T02:43:08.253" v="264" actId="20577"/>
        <pc:sldMkLst>
          <pc:docMk/>
          <pc:sldMk cId="3198992299" sldId="259"/>
        </pc:sldMkLst>
        <pc:spChg chg="mod">
          <ac:chgData name="Reinoso Breault, Diego" userId="S::6304136@bdeb.qc.ca::7220e4a4-b9a3-4a18-b4e6-3ca9706c1337" providerId="AD" clId="Web-{AE8C3B8F-6B59-C369-C89D-F168826A2D0E}" dt="2026-05-16T02:43:08.253" v="264" actId="20577"/>
          <ac:spMkLst>
            <pc:docMk/>
            <pc:sldMk cId="3198992299" sldId="259"/>
            <ac:spMk id="992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38:56.860" v="145"/>
          <ac:spMkLst>
            <pc:docMk/>
            <pc:sldMk cId="3198992299" sldId="259"/>
            <ac:spMk id="993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38:56.860" v="146"/>
          <ac:spMkLst>
            <pc:docMk/>
            <pc:sldMk cId="3198992299" sldId="259"/>
            <ac:spMk id="994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38:56.860" v="147"/>
          <ac:spMkLst>
            <pc:docMk/>
            <pc:sldMk cId="3198992299" sldId="259"/>
            <ac:spMk id="995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38:56.860" v="148"/>
          <ac:spMkLst>
            <pc:docMk/>
            <pc:sldMk cId="3198992299" sldId="259"/>
            <ac:spMk id="996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40:07.751" v="188" actId="1076"/>
          <ac:spMkLst>
            <pc:docMk/>
            <pc:sldMk cId="3198992299" sldId="259"/>
            <ac:spMk id="997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42:24.143" v="245" actId="1076"/>
          <ac:spMkLst>
            <pc:docMk/>
            <pc:sldMk cId="3198992299" sldId="259"/>
            <ac:spMk id="998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40:42.236" v="202" actId="20577"/>
          <ac:spMkLst>
            <pc:docMk/>
            <pc:sldMk cId="3198992299" sldId="259"/>
            <ac:spMk id="999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41:04.548" v="218" actId="20577"/>
          <ac:spMkLst>
            <pc:docMk/>
            <pc:sldMk cId="3198992299" sldId="259"/>
            <ac:spMk id="1000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38:56.860" v="149"/>
          <ac:spMkLst>
            <pc:docMk/>
            <pc:sldMk cId="3198992299" sldId="259"/>
            <ac:spMk id="1001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38:56.922" v="150"/>
          <ac:spMkLst>
            <pc:docMk/>
            <pc:sldMk cId="3198992299" sldId="259"/>
            <ac:spMk id="1002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42:22.268" v="244" actId="1076"/>
          <ac:spMkLst>
            <pc:docMk/>
            <pc:sldMk cId="3198992299" sldId="259"/>
            <ac:spMk id="1003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42:56.690" v="262" actId="14100"/>
          <ac:spMkLst>
            <pc:docMk/>
            <pc:sldMk cId="3198992299" sldId="259"/>
            <ac:spMk id="1004" creationId="{00000000-0000-0000-0000-000000000000}"/>
          </ac:spMkLst>
        </pc:spChg>
      </pc:sldChg>
      <pc:sldChg chg="modSp add">
        <pc:chgData name="Reinoso Breault, Diego" userId="S::6304136@bdeb.qc.ca::7220e4a4-b9a3-4a18-b4e6-3ca9706c1337" providerId="AD" clId="Web-{AE8C3B8F-6B59-C369-C89D-F168826A2D0E}" dt="2026-05-16T02:46:20.395" v="301" actId="1076"/>
        <pc:sldMkLst>
          <pc:docMk/>
          <pc:sldMk cId="0" sldId="260"/>
        </pc:sldMkLst>
        <pc:spChg chg="mod">
          <ac:chgData name="Reinoso Breault, Diego" userId="S::6304136@bdeb.qc.ca::7220e4a4-b9a3-4a18-b4e6-3ca9706c1337" providerId="AD" clId="Web-{AE8C3B8F-6B59-C369-C89D-F168826A2D0E}" dt="2026-05-16T02:46:20.395" v="301" actId="1076"/>
          <ac:spMkLst>
            <pc:docMk/>
            <pc:sldMk cId="0" sldId="260"/>
            <ac:spMk id="1056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45:15.816" v="272"/>
          <ac:spMkLst>
            <pc:docMk/>
            <pc:sldMk cId="0" sldId="260"/>
            <ac:spMk id="1057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45:15.832" v="273"/>
          <ac:spMkLst>
            <pc:docMk/>
            <pc:sldMk cId="0" sldId="260"/>
            <ac:spMk id="1073" creationId="{00000000-0000-0000-0000-000000000000}"/>
          </ac:spMkLst>
        </pc:spChg>
      </pc:sldChg>
      <pc:sldChg chg="modSp add">
        <pc:chgData name="Reinoso Breault, Diego" userId="S::6304136@bdeb.qc.ca::7220e4a4-b9a3-4a18-b4e6-3ca9706c1337" providerId="AD" clId="Web-{AE8C3B8F-6B59-C369-C89D-F168826A2D0E}" dt="2026-05-16T02:46:44.520" v="308" actId="1076"/>
        <pc:sldMkLst>
          <pc:docMk/>
          <pc:sldMk cId="235043554" sldId="261"/>
        </pc:sldMkLst>
        <pc:spChg chg="mod">
          <ac:chgData name="Reinoso Breault, Diego" userId="S::6304136@bdeb.qc.ca::7220e4a4-b9a3-4a18-b4e6-3ca9706c1337" providerId="AD" clId="Web-{AE8C3B8F-6B59-C369-C89D-F168826A2D0E}" dt="2026-05-16T02:46:44.520" v="308" actId="1076"/>
          <ac:spMkLst>
            <pc:docMk/>
            <pc:sldMk cId="235043554" sldId="261"/>
            <ac:spMk id="1056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45:40.863" v="286" actId="20577"/>
          <ac:spMkLst>
            <pc:docMk/>
            <pc:sldMk cId="235043554" sldId="261"/>
            <ac:spMk id="1057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45:19.691" v="276"/>
          <ac:spMkLst>
            <pc:docMk/>
            <pc:sldMk cId="235043554" sldId="261"/>
            <ac:spMk id="1073" creationId="{00000000-0000-0000-0000-000000000000}"/>
          </ac:spMkLst>
        </pc:spChg>
      </pc:sldChg>
      <pc:sldChg chg="modSp add replId">
        <pc:chgData name="Reinoso Breault, Diego" userId="S::6304136@bdeb.qc.ca::7220e4a4-b9a3-4a18-b4e6-3ca9706c1337" providerId="AD" clId="Web-{AE8C3B8F-6B59-C369-C89D-F168826A2D0E}" dt="2026-05-16T02:47:01.801" v="317" actId="1076"/>
        <pc:sldMkLst>
          <pc:docMk/>
          <pc:sldMk cId="239477638" sldId="262"/>
        </pc:sldMkLst>
        <pc:spChg chg="mod">
          <ac:chgData name="Reinoso Breault, Diego" userId="S::6304136@bdeb.qc.ca::7220e4a4-b9a3-4a18-b4e6-3ca9706c1337" providerId="AD" clId="Web-{AE8C3B8F-6B59-C369-C89D-F168826A2D0E}" dt="2026-05-16T02:47:01.801" v="317" actId="1076"/>
          <ac:spMkLst>
            <pc:docMk/>
            <pc:sldMk cId="239477638" sldId="262"/>
            <ac:spMk id="1056" creationId="{E784224D-3920-5370-BAA6-F416433F8AC6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45:44.722" v="288" actId="20577"/>
          <ac:spMkLst>
            <pc:docMk/>
            <pc:sldMk cId="239477638" sldId="262"/>
            <ac:spMk id="1057" creationId="{FB299BC7-32EA-57B7-E6AD-557AB0ADCE74}"/>
          </ac:spMkLst>
        </pc:spChg>
      </pc:sldChg>
      <pc:sldChg chg="modSp add replId">
        <pc:chgData name="Reinoso Breault, Diego" userId="S::6304136@bdeb.qc.ca::7220e4a4-b9a3-4a18-b4e6-3ca9706c1337" providerId="AD" clId="Web-{AE8C3B8F-6B59-C369-C89D-F168826A2D0E}" dt="2026-05-16T02:48:46.005" v="342" actId="1076"/>
        <pc:sldMkLst>
          <pc:docMk/>
          <pc:sldMk cId="3676143794" sldId="263"/>
        </pc:sldMkLst>
        <pc:spChg chg="mod">
          <ac:chgData name="Reinoso Breault, Diego" userId="S::6304136@bdeb.qc.ca::7220e4a4-b9a3-4a18-b4e6-3ca9706c1337" providerId="AD" clId="Web-{AE8C3B8F-6B59-C369-C89D-F168826A2D0E}" dt="2026-05-16T02:48:46.005" v="342" actId="1076"/>
          <ac:spMkLst>
            <pc:docMk/>
            <pc:sldMk cId="3676143794" sldId="263"/>
            <ac:spMk id="1056" creationId="{A9709BB6-CAF0-D250-20BA-9129D1BE48E7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45:47.894" v="289" actId="20577"/>
          <ac:spMkLst>
            <pc:docMk/>
            <pc:sldMk cId="3676143794" sldId="263"/>
            <ac:spMk id="1057" creationId="{43236B9F-FEB0-C2AB-42C3-49092FAA2B7E}"/>
          </ac:spMkLst>
        </pc:spChg>
      </pc:sldChg>
      <pc:sldChg chg="modSp add replId">
        <pc:chgData name="Reinoso Breault, Diego" userId="S::6304136@bdeb.qc.ca::7220e4a4-b9a3-4a18-b4e6-3ca9706c1337" providerId="AD" clId="Web-{AE8C3B8F-6B59-C369-C89D-F168826A2D0E}" dt="2026-05-16T02:48:15.458" v="332" actId="20577"/>
        <pc:sldMkLst>
          <pc:docMk/>
          <pc:sldMk cId="913396427" sldId="264"/>
        </pc:sldMkLst>
        <pc:spChg chg="mod">
          <ac:chgData name="Reinoso Breault, Diego" userId="S::6304136@bdeb.qc.ca::7220e4a4-b9a3-4a18-b4e6-3ca9706c1337" providerId="AD" clId="Web-{AE8C3B8F-6B59-C369-C89D-F168826A2D0E}" dt="2026-05-16T02:48:15.458" v="332" actId="20577"/>
          <ac:spMkLst>
            <pc:docMk/>
            <pc:sldMk cId="913396427" sldId="264"/>
            <ac:spMk id="1056" creationId="{6AB0FF5B-33DA-0BD5-8E1E-A6B731CD51D7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45:50.160" v="290" actId="20577"/>
          <ac:spMkLst>
            <pc:docMk/>
            <pc:sldMk cId="913396427" sldId="264"/>
            <ac:spMk id="1057" creationId="{85EB8913-CFC8-5E3D-5168-8F804CA6FE19}"/>
          </ac:spMkLst>
        </pc:spChg>
      </pc:sldChg>
      <pc:sldChg chg="modSp add replId">
        <pc:chgData name="Reinoso Breault, Diego" userId="S::6304136@bdeb.qc.ca::7220e4a4-b9a3-4a18-b4e6-3ca9706c1337" providerId="AD" clId="Web-{AE8C3B8F-6B59-C369-C89D-F168826A2D0E}" dt="2026-05-16T02:48:31.849" v="340" actId="1076"/>
        <pc:sldMkLst>
          <pc:docMk/>
          <pc:sldMk cId="848130555" sldId="265"/>
        </pc:sldMkLst>
        <pc:spChg chg="mod">
          <ac:chgData name="Reinoso Breault, Diego" userId="S::6304136@bdeb.qc.ca::7220e4a4-b9a3-4a18-b4e6-3ca9706c1337" providerId="AD" clId="Web-{AE8C3B8F-6B59-C369-C89D-F168826A2D0E}" dt="2026-05-16T02:48:31.849" v="340" actId="1076"/>
          <ac:spMkLst>
            <pc:docMk/>
            <pc:sldMk cId="848130555" sldId="265"/>
            <ac:spMk id="1056" creationId="{D9ACE2D0-3AA1-C1BF-A10E-136A940B6E7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45:52.613" v="291" actId="20577"/>
          <ac:spMkLst>
            <pc:docMk/>
            <pc:sldMk cId="848130555" sldId="265"/>
            <ac:spMk id="1057" creationId="{06E0FD3B-00BA-5990-AC31-072E2EB413DF}"/>
          </ac:spMkLst>
        </pc:spChg>
      </pc:sldChg>
      <pc:sldChg chg="addSp delSp modSp add ord">
        <pc:chgData name="Reinoso Breault, Diego" userId="S::6304136@bdeb.qc.ca::7220e4a4-b9a3-4a18-b4e6-3ca9706c1337" providerId="AD" clId="Web-{AE8C3B8F-6B59-C369-C89D-F168826A2D0E}" dt="2026-05-16T02:59:28.636" v="513" actId="1076"/>
        <pc:sldMkLst>
          <pc:docMk/>
          <pc:sldMk cId="0" sldId="280"/>
        </pc:sldMkLst>
        <pc:spChg chg="mod">
          <ac:chgData name="Reinoso Breault, Diego" userId="S::6304136@bdeb.qc.ca::7220e4a4-b9a3-4a18-b4e6-3ca9706c1337" providerId="AD" clId="Web-{AE8C3B8F-6B59-C369-C89D-F168826A2D0E}" dt="2026-05-16T02:53:03.538" v="415" actId="20577"/>
          <ac:spMkLst>
            <pc:docMk/>
            <pc:sldMk cId="0" sldId="280"/>
            <ac:spMk id="1500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4:01.039" v="453" actId="20577"/>
          <ac:spMkLst>
            <pc:docMk/>
            <pc:sldMk cId="0" sldId="280"/>
            <ac:spMk id="1501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4:25.852" v="463" actId="20577"/>
          <ac:spMkLst>
            <pc:docMk/>
            <pc:sldMk cId="0" sldId="280"/>
            <ac:spMk id="1502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3:22.492" v="423" actId="20577"/>
          <ac:spMkLst>
            <pc:docMk/>
            <pc:sldMk cId="0" sldId="280"/>
            <ac:spMk id="1503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3:29.367" v="426" actId="20577"/>
          <ac:spMkLst>
            <pc:docMk/>
            <pc:sldMk cId="0" sldId="280"/>
            <ac:spMk id="1504" creationId="{00000000-0000-0000-0000-000000000000}"/>
          </ac:spMkLst>
        </pc:spChg>
        <pc:spChg chg="add del mod">
          <ac:chgData name="Reinoso Breault, Diego" userId="S::6304136@bdeb.qc.ca::7220e4a4-b9a3-4a18-b4e6-3ca9706c1337" providerId="AD" clId="Web-{AE8C3B8F-6B59-C369-C89D-F168826A2D0E}" dt="2026-05-16T02:54:24.461" v="461" actId="20577"/>
          <ac:spMkLst>
            <pc:docMk/>
            <pc:sldMk cId="0" sldId="280"/>
            <ac:spMk id="1505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4:26.930" v="465" actId="20577"/>
          <ac:spMkLst>
            <pc:docMk/>
            <pc:sldMk cId="0" sldId="280"/>
            <ac:spMk id="1506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3:26.398" v="425" actId="20577"/>
          <ac:spMkLst>
            <pc:docMk/>
            <pc:sldMk cId="0" sldId="280"/>
            <ac:spMk id="1507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3:33.195" v="427" actId="20577"/>
          <ac:spMkLst>
            <pc:docMk/>
            <pc:sldMk cId="0" sldId="280"/>
            <ac:spMk id="1508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04" v="393"/>
          <ac:spMkLst>
            <pc:docMk/>
            <pc:sldMk cId="0" sldId="280"/>
            <ac:spMk id="1509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394"/>
          <ac:spMkLst>
            <pc:docMk/>
            <pc:sldMk cId="0" sldId="280"/>
            <ac:spMk id="1510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395"/>
          <ac:spMkLst>
            <pc:docMk/>
            <pc:sldMk cId="0" sldId="280"/>
            <ac:spMk id="1511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396"/>
          <ac:spMkLst>
            <pc:docMk/>
            <pc:sldMk cId="0" sldId="280"/>
            <ac:spMk id="1512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397"/>
          <ac:spMkLst>
            <pc:docMk/>
            <pc:sldMk cId="0" sldId="280"/>
            <ac:spMk id="1513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398"/>
          <ac:spMkLst>
            <pc:docMk/>
            <pc:sldMk cId="0" sldId="280"/>
            <ac:spMk id="1518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399"/>
          <ac:spMkLst>
            <pc:docMk/>
            <pc:sldMk cId="0" sldId="280"/>
            <ac:spMk id="1520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400"/>
          <ac:spMkLst>
            <pc:docMk/>
            <pc:sldMk cId="0" sldId="280"/>
            <ac:spMk id="1521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401"/>
          <ac:spMkLst>
            <pc:docMk/>
            <pc:sldMk cId="0" sldId="280"/>
            <ac:spMk id="1522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402"/>
          <ac:spMkLst>
            <pc:docMk/>
            <pc:sldMk cId="0" sldId="280"/>
            <ac:spMk id="1524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403"/>
          <ac:spMkLst>
            <pc:docMk/>
            <pc:sldMk cId="0" sldId="280"/>
            <ac:spMk id="1525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404"/>
          <ac:spMkLst>
            <pc:docMk/>
            <pc:sldMk cId="0" sldId="280"/>
            <ac:spMk id="1526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405"/>
          <ac:spMkLst>
            <pc:docMk/>
            <pc:sldMk cId="0" sldId="280"/>
            <ac:spMk id="1527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406"/>
          <ac:spMkLst>
            <pc:docMk/>
            <pc:sldMk cId="0" sldId="280"/>
            <ac:spMk id="1528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407"/>
          <ac:spMkLst>
            <pc:docMk/>
            <pc:sldMk cId="0" sldId="280"/>
            <ac:spMk id="1530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408"/>
          <ac:spMkLst>
            <pc:docMk/>
            <pc:sldMk cId="0" sldId="280"/>
            <ac:spMk id="1531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409"/>
          <ac:spMkLst>
            <pc:docMk/>
            <pc:sldMk cId="0" sldId="280"/>
            <ac:spMk id="1532" creationId="{00000000-0000-0000-0000-000000000000}"/>
          </ac:spMkLst>
        </pc:spChg>
        <pc:spChg chg="mod">
          <ac:chgData name="Reinoso Breault, Diego" userId="S::6304136@bdeb.qc.ca::7220e4a4-b9a3-4a18-b4e6-3ca9706c1337" providerId="AD" clId="Web-{AE8C3B8F-6B59-C369-C89D-F168826A2D0E}" dt="2026-05-16T02:52:52.319" v="410"/>
          <ac:spMkLst>
            <pc:docMk/>
            <pc:sldMk cId="0" sldId="280"/>
            <ac:spMk id="1533" creationId="{00000000-0000-0000-0000-000000000000}"/>
          </ac:spMkLst>
        </pc:spChg>
        <pc:grpChg chg="add del">
          <ac:chgData name="Reinoso Breault, Diego" userId="S::6304136@bdeb.qc.ca::7220e4a4-b9a3-4a18-b4e6-3ca9706c1337" providerId="AD" clId="Web-{AE8C3B8F-6B59-C369-C89D-F168826A2D0E}" dt="2026-05-16T02:58:53.432" v="511"/>
          <ac:grpSpMkLst>
            <pc:docMk/>
            <pc:sldMk cId="0" sldId="280"/>
            <ac:grpSpMk id="1519" creationId="{00000000-0000-0000-0000-000000000000}"/>
          </ac:grpSpMkLst>
        </pc:grpChg>
        <pc:picChg chg="add mod">
          <ac:chgData name="Reinoso Breault, Diego" userId="S::6304136@bdeb.qc.ca::7220e4a4-b9a3-4a18-b4e6-3ca9706c1337" providerId="AD" clId="Web-{AE8C3B8F-6B59-C369-C89D-F168826A2D0E}" dt="2026-05-16T02:59:28.636" v="513" actId="1076"/>
          <ac:picMkLst>
            <pc:docMk/>
            <pc:sldMk cId="0" sldId="280"/>
            <ac:picMk id="8" creationId="{E6F41ECC-8F0A-0815-1949-9C004331C730}"/>
          </ac:picMkLst>
        </pc:picChg>
      </pc:sldChg>
      <pc:sldMasterChg chg="addSldLayout">
        <pc:chgData name="Reinoso Breault, Diego" userId="S::6304136@bdeb.qc.ca::7220e4a4-b9a3-4a18-b4e6-3ca9706c1337" providerId="AD" clId="Web-{AE8C3B8F-6B59-C369-C89D-F168826A2D0E}" dt="2026-05-16T02:52:24.507" v="348"/>
        <pc:sldMasterMkLst>
          <pc:docMk/>
          <pc:sldMasterMk cId="3486628149" sldId="2147483648"/>
        </pc:sldMasterMkLst>
        <pc:sldLayoutChg chg="add">
          <pc:chgData name="Reinoso Breault, Diego" userId="S::6304136@bdeb.qc.ca::7220e4a4-b9a3-4a18-b4e6-3ca9706c1337" providerId="AD" clId="Web-{AE8C3B8F-6B59-C369-C89D-F168826A2D0E}" dt="2026-05-16T02:37:25.843" v="101"/>
          <pc:sldLayoutMkLst>
            <pc:docMk/>
            <pc:sldMasterMk cId="3486628149" sldId="2147483648"/>
            <pc:sldLayoutMk cId="3664906685" sldId="2147483660"/>
          </pc:sldLayoutMkLst>
        </pc:sldLayoutChg>
        <pc:sldLayoutChg chg="add">
          <pc:chgData name="Reinoso Breault, Diego" userId="S::6304136@bdeb.qc.ca::7220e4a4-b9a3-4a18-b4e6-3ca9706c1337" providerId="AD" clId="Web-{AE8C3B8F-6B59-C369-C89D-F168826A2D0E}" dt="2026-05-16T02:44:54.894" v="265"/>
          <pc:sldLayoutMkLst>
            <pc:docMk/>
            <pc:sldMasterMk cId="3486628149" sldId="2147483648"/>
            <pc:sldLayoutMk cId="2561575608" sldId="2147483661"/>
          </pc:sldLayoutMkLst>
        </pc:sldLayoutChg>
        <pc:sldLayoutChg chg="add">
          <pc:chgData name="Reinoso Breault, Diego" userId="S::6304136@bdeb.qc.ca::7220e4a4-b9a3-4a18-b4e6-3ca9706c1337" providerId="AD" clId="Web-{AE8C3B8F-6B59-C369-C89D-F168826A2D0E}" dt="2026-05-16T02:52:24.507" v="348"/>
          <pc:sldLayoutMkLst>
            <pc:docMk/>
            <pc:sldMasterMk cId="3486628149" sldId="2147483648"/>
            <pc:sldLayoutMk cId="393237680" sldId="2147483662"/>
          </pc:sldLayoutMkLst>
        </pc:sldLayoutChg>
      </pc:sldMasterChg>
    </pc:docChg>
  </pc:docChgLst>
  <pc:docChgLst>
    <pc:chgData name="Reinoso Breault, Diego" userId="S::6304136@bdeb.qc.ca::7220e4a4-b9a3-4a18-b4e6-3ca9706c1337" providerId="AD" clId="Web-{6884D289-A831-13AB-D605-9511A01E8177}"/>
    <pc:docChg chg="addSld modSld sldOrd">
      <pc:chgData name="Reinoso Breault, Diego" userId="S::6304136@bdeb.qc.ca::7220e4a4-b9a3-4a18-b4e6-3ca9706c1337" providerId="AD" clId="Web-{6884D289-A831-13AB-D605-9511A01E8177}" dt="2026-05-16T02:26:15.131" v="26"/>
      <pc:docMkLst>
        <pc:docMk/>
      </pc:docMkLst>
      <pc:sldChg chg="addSp delSp modSp add ord">
        <pc:chgData name="Reinoso Breault, Diego" userId="S::6304136@bdeb.qc.ca::7220e4a4-b9a3-4a18-b4e6-3ca9706c1337" providerId="AD" clId="Web-{6884D289-A831-13AB-D605-9511A01E8177}" dt="2026-05-16T02:26:15.131" v="26"/>
        <pc:sldMkLst>
          <pc:docMk/>
          <pc:sldMk cId="2224882712" sldId="258"/>
        </pc:sldMkLst>
        <pc:spChg chg="mod">
          <ac:chgData name="Reinoso Breault, Diego" userId="S::6304136@bdeb.qc.ca::7220e4a4-b9a3-4a18-b4e6-3ca9706c1337" providerId="AD" clId="Web-{6884D289-A831-13AB-D605-9511A01E8177}" dt="2026-05-16T02:25:43.627" v="15" actId="1076"/>
          <ac:spMkLst>
            <pc:docMk/>
            <pc:sldMk cId="2224882712" sldId="258"/>
            <ac:spMk id="93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D6C07-B537-42A5-AF3A-2E79C637B0BB}" type="datetimeFigureOut"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411F44-1945-4B86-9CB5-CD8C50D55BC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5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3ce2af5b7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13ce2af5b7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e91eb690e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1e91eb690e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1e9418e3c38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1e9418e3c38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e91eb690e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1e91eb690e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>
          <a:extLst>
            <a:ext uri="{FF2B5EF4-FFF2-40B4-BE49-F238E27FC236}">
              <a16:creationId xmlns:a16="http://schemas.microsoft.com/office/drawing/2014/main" id="{0AA95EE9-357D-A69A-12FB-A2BA9E5A6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e91eb690e5_0_15:notes">
            <a:extLst>
              <a:ext uri="{FF2B5EF4-FFF2-40B4-BE49-F238E27FC236}">
                <a16:creationId xmlns:a16="http://schemas.microsoft.com/office/drawing/2014/main" id="{6D99EB64-B911-5839-C2BA-CE674690CD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1e91eb690e5_0_15:notes">
            <a:extLst>
              <a:ext uri="{FF2B5EF4-FFF2-40B4-BE49-F238E27FC236}">
                <a16:creationId xmlns:a16="http://schemas.microsoft.com/office/drawing/2014/main" id="{9D8A3BDE-0404-67A8-D8A5-DFACD5D9DB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3425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>
          <a:extLst>
            <a:ext uri="{FF2B5EF4-FFF2-40B4-BE49-F238E27FC236}">
              <a16:creationId xmlns:a16="http://schemas.microsoft.com/office/drawing/2014/main" id="{F6DBE88C-24D4-210B-5F59-614B48776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e91eb690e5_0_15:notes">
            <a:extLst>
              <a:ext uri="{FF2B5EF4-FFF2-40B4-BE49-F238E27FC236}">
                <a16:creationId xmlns:a16="http://schemas.microsoft.com/office/drawing/2014/main" id="{94B053D2-8713-ACBE-88D1-64AA915B9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1e91eb690e5_0_15:notes">
            <a:extLst>
              <a:ext uri="{FF2B5EF4-FFF2-40B4-BE49-F238E27FC236}">
                <a16:creationId xmlns:a16="http://schemas.microsoft.com/office/drawing/2014/main" id="{DE37FBDF-7443-7211-C565-E7C5F7E9C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2464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>
          <a:extLst>
            <a:ext uri="{FF2B5EF4-FFF2-40B4-BE49-F238E27FC236}">
              <a16:creationId xmlns:a16="http://schemas.microsoft.com/office/drawing/2014/main" id="{F6DBE88C-24D4-210B-5F59-614B48776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e91eb690e5_0_15:notes">
            <a:extLst>
              <a:ext uri="{FF2B5EF4-FFF2-40B4-BE49-F238E27FC236}">
                <a16:creationId xmlns:a16="http://schemas.microsoft.com/office/drawing/2014/main" id="{94B053D2-8713-ACBE-88D1-64AA915B9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1e91eb690e5_0_15:notes">
            <a:extLst>
              <a:ext uri="{FF2B5EF4-FFF2-40B4-BE49-F238E27FC236}">
                <a16:creationId xmlns:a16="http://schemas.microsoft.com/office/drawing/2014/main" id="{DE37FBDF-7443-7211-C565-E7C5F7E9C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2464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>
          <a:extLst>
            <a:ext uri="{FF2B5EF4-FFF2-40B4-BE49-F238E27FC236}">
              <a16:creationId xmlns:a16="http://schemas.microsoft.com/office/drawing/2014/main" id="{A950D5C4-3311-F7D7-1F9D-62E7CD0A3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e91eb690e5_0_15:notes">
            <a:extLst>
              <a:ext uri="{FF2B5EF4-FFF2-40B4-BE49-F238E27FC236}">
                <a16:creationId xmlns:a16="http://schemas.microsoft.com/office/drawing/2014/main" id="{C54BB1CB-4B5F-F05F-3D87-146024D612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1e91eb690e5_0_15:notes">
            <a:extLst>
              <a:ext uri="{FF2B5EF4-FFF2-40B4-BE49-F238E27FC236}">
                <a16:creationId xmlns:a16="http://schemas.microsoft.com/office/drawing/2014/main" id="{F3007DFB-2BB5-88CC-F1BB-309ABB7A40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09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>
          <a:extLst>
            <a:ext uri="{FF2B5EF4-FFF2-40B4-BE49-F238E27FC236}">
              <a16:creationId xmlns:a16="http://schemas.microsoft.com/office/drawing/2014/main" id="{6083840F-15EA-3BCC-0F4D-3CC8F8CE3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e91eb690e5_0_15:notes">
            <a:extLst>
              <a:ext uri="{FF2B5EF4-FFF2-40B4-BE49-F238E27FC236}">
                <a16:creationId xmlns:a16="http://schemas.microsoft.com/office/drawing/2014/main" id="{A4FACC2F-ACEF-6F7B-F985-0614B91E9F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1e91eb690e5_0_15:notes">
            <a:extLst>
              <a:ext uri="{FF2B5EF4-FFF2-40B4-BE49-F238E27FC236}">
                <a16:creationId xmlns:a16="http://schemas.microsoft.com/office/drawing/2014/main" id="{2E9EE067-420F-A390-152F-323368B0BF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6435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>
          <a:extLst>
            <a:ext uri="{FF2B5EF4-FFF2-40B4-BE49-F238E27FC236}">
              <a16:creationId xmlns:a16="http://schemas.microsoft.com/office/drawing/2014/main" id="{6CCA02D2-3DB1-D8E3-90E7-990F29F60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e91eb690e5_0_15:notes">
            <a:extLst>
              <a:ext uri="{FF2B5EF4-FFF2-40B4-BE49-F238E27FC236}">
                <a16:creationId xmlns:a16="http://schemas.microsoft.com/office/drawing/2014/main" id="{E60063B4-3495-9A53-1996-A456D3C411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1e91eb690e5_0_15:notes">
            <a:extLst>
              <a:ext uri="{FF2B5EF4-FFF2-40B4-BE49-F238E27FC236}">
                <a16:creationId xmlns:a16="http://schemas.microsoft.com/office/drawing/2014/main" id="{36D7C040-42BD-6869-2A68-08408F4490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3426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>
          <a:extLst>
            <a:ext uri="{FF2B5EF4-FFF2-40B4-BE49-F238E27FC236}">
              <a16:creationId xmlns:a16="http://schemas.microsoft.com/office/drawing/2014/main" id="{3DB0FCC0-0B6A-184B-9F44-A8841EA9D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e91eb690e5_0_15:notes">
            <a:extLst>
              <a:ext uri="{FF2B5EF4-FFF2-40B4-BE49-F238E27FC236}">
                <a16:creationId xmlns:a16="http://schemas.microsoft.com/office/drawing/2014/main" id="{75ABE8C6-F827-534C-4DDA-E344088285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1e91eb690e5_0_15:notes">
            <a:extLst>
              <a:ext uri="{FF2B5EF4-FFF2-40B4-BE49-F238E27FC236}">
                <a16:creationId xmlns:a16="http://schemas.microsoft.com/office/drawing/2014/main" id="{39BE657F-A203-AFA8-6C85-0720F0200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9539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>
          <a:extLst>
            <a:ext uri="{FF2B5EF4-FFF2-40B4-BE49-F238E27FC236}">
              <a16:creationId xmlns:a16="http://schemas.microsoft.com/office/drawing/2014/main" id="{17E99991-0A81-5C02-0485-E7E80ACC3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e91eb690e5_0_15:notes">
            <a:extLst>
              <a:ext uri="{FF2B5EF4-FFF2-40B4-BE49-F238E27FC236}">
                <a16:creationId xmlns:a16="http://schemas.microsoft.com/office/drawing/2014/main" id="{39DA63AE-E89E-D126-AD06-900795DBCB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1e91eb690e5_0_15:notes">
            <a:extLst>
              <a:ext uri="{FF2B5EF4-FFF2-40B4-BE49-F238E27FC236}">
                <a16:creationId xmlns:a16="http://schemas.microsoft.com/office/drawing/2014/main" id="{B01A775B-CB72-6D7B-493C-13369029C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800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16A114-4E53-0A57-AAAB-C09289ABC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CE767B-7C79-25AF-2EDA-767B30930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B2F9C3-F826-ED5B-9530-2CD405683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8476-C937-4E72-860A-624A522139B7}" type="datetimeFigureOut">
              <a:rPr lang="fr-CA" smtClean="0"/>
              <a:t>2026-05-20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3674FF-4EE9-6C8E-B021-1A3C90B44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E093E0-8B79-81E9-0373-68BBD0F2B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90C3-9D26-4757-ACDD-858F5E517FC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1330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D0E3B0-2454-859E-F436-9A7A79A7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4F7453-0441-DECA-474A-9F005F16B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3AC90A-B1C4-89BA-8A2D-15446A8D5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8476-C937-4E72-860A-624A522139B7}" type="datetimeFigureOut">
              <a:rPr lang="fr-CA" smtClean="0"/>
              <a:t>2026-05-20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96F883-ABF3-9C03-BC68-FDBB4A8D9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220073-5662-6ACA-85F8-429BC912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90C3-9D26-4757-ACDD-858F5E517FC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3812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8E51EA-F81F-D111-1571-5B0C5D2FF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8827A4-DD03-F4FF-1D74-1EB580A89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0317F3-B8E8-C97E-5962-5350CD56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8476-C937-4E72-860A-624A522139B7}" type="datetimeFigureOut">
              <a:rPr lang="fr-CA" smtClean="0"/>
              <a:t>2026-05-20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0F78AF-CA4E-4B93-3948-A4497B76B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08721F-022C-8560-B126-FF4B0A30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90C3-9D26-4757-ACDD-858F5E517FC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25343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D4C677-3DF0-66E5-A45E-9A98FE69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A971B4-82D7-EDD7-9925-D43FE9441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6A3788-686B-2F07-ADEE-2BC484034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83AB0E7-A6BE-094C-A174-9D99813D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8476-C937-4E72-860A-624A522139B7}" type="datetimeFigureOut">
              <a:rPr lang="fr-CA" smtClean="0"/>
              <a:t>2026-05-20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446C3B2-FCB5-4451-F63C-7372049A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0C3E61-07CE-FE6D-6F59-C749F74F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90C3-9D26-4757-ACDD-858F5E517FC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20561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F1416F-892D-A4B0-5C1C-A8E9BDA84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E70536-97D0-F866-B9FD-6E690CEA4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D5E535C-DB21-B922-3202-C3697FBD9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493B55D-286A-81EE-7DDD-AF3B60AC3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71FAF56-F417-80CA-E489-2ECFE616F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D961E05-B5FB-F704-CE99-6723F2FA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8476-C937-4E72-860A-624A522139B7}" type="datetimeFigureOut">
              <a:rPr lang="fr-CA" smtClean="0"/>
              <a:t>2026-05-20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6EBE4FF-3303-74C8-E585-C13F34A1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BB23D34-7F1D-D1CB-9921-0ED1FBB9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90C3-9D26-4757-ACDD-858F5E517FC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9877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ED5381-17CB-A07C-F5F3-E0BABE8B5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7239C39-89E6-504D-F539-95442205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8476-C937-4E72-860A-624A522139B7}" type="datetimeFigureOut">
              <a:rPr lang="fr-CA" smtClean="0"/>
              <a:t>2026-05-20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675D6AE-5646-8B57-05E7-9476FD66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D3B928-DEFC-9062-68EE-A618A818A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90C3-9D26-4757-ACDD-858F5E517FC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26479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1507121-CFEB-BD40-A57F-EFF77CA1E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8476-C937-4E72-860A-624A522139B7}" type="datetimeFigureOut">
              <a:rPr lang="fr-CA" smtClean="0"/>
              <a:t>2026-05-20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47F5EBF-0CC5-2834-25EA-E23420B9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B5E740-9799-589F-99B7-B6234648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90C3-9D26-4757-ACDD-858F5E517FC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341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C65405-5AF6-CC78-34FB-4EDCB7E6B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27DAF3-F930-033E-1709-169F05DD8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B2A4316-5DFA-7347-FFFD-DE7D8AEA7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856415-D21F-CCE9-357C-DC57B6C0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8476-C937-4E72-860A-624A522139B7}" type="datetimeFigureOut">
              <a:rPr lang="fr-CA" smtClean="0"/>
              <a:t>2026-05-20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557E48-D58B-F40E-8458-01E6A6D06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7CAC7E-1E37-D5B7-E2DA-95EDD90A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90C3-9D26-4757-ACDD-858F5E517FC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88860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4E7C85-48FF-2DEF-DE15-9FE0FAF27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6624B10-C2EE-F4CF-9258-A714D3F76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C5BA78-6CF3-08AD-1F69-D2C773F65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128F271-CDD6-9474-C9D7-F51907619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8476-C937-4E72-860A-624A522139B7}" type="datetimeFigureOut">
              <a:rPr lang="fr-CA" smtClean="0"/>
              <a:t>2026-05-20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6DFDB9F-28A7-6D35-8445-D87E5EF6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EB1BF4-9799-683E-7AEE-4CDAAFCCB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90C3-9D26-4757-ACDD-858F5E517FC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80586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52B840-9A1E-097A-3810-0CAF9BE0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7F4448C-9A97-9AE4-FBFA-7DBEAC1AB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1FBBB2-1FF9-630B-DA83-C48058CC6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8476-C937-4E72-860A-624A522139B7}" type="datetimeFigureOut">
              <a:rPr lang="fr-CA" smtClean="0"/>
              <a:t>2026-05-20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E80776-E970-B994-0726-F60C8B7B6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1A43CD-705F-0839-3C96-969BCAA20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90C3-9D26-4757-ACDD-858F5E517FC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72182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D6317C3-C44B-E505-6A6C-C994F088F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D68DE97-8376-588D-41F0-BF6DE86D0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B0C203-17FA-EC8C-0EAB-FF2E306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E8476-C937-4E72-860A-624A522139B7}" type="datetimeFigureOut">
              <a:rPr lang="fr-CA" smtClean="0"/>
              <a:t>2026-05-20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B9C08E-CA64-021E-2FB6-E5B38CFE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7297A5-4488-8C4D-E518-0564662A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90C3-9D26-4757-ACDD-858F5E517FC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12293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13"/>
          <p:cNvGrpSpPr/>
          <p:nvPr/>
        </p:nvGrpSpPr>
        <p:grpSpPr>
          <a:xfrm>
            <a:off x="-399" y="-16"/>
            <a:ext cx="12484233" cy="6857984"/>
            <a:chOff x="-300" y="-12"/>
            <a:chExt cx="9363175" cy="5143488"/>
          </a:xfrm>
        </p:grpSpPr>
        <p:sp>
          <p:nvSpPr>
            <p:cNvPr id="256" name="Google Shape;256;p13"/>
            <p:cNvSpPr/>
            <p:nvPr/>
          </p:nvSpPr>
          <p:spPr>
            <a:xfrm>
              <a:off x="8421575" y="3272075"/>
              <a:ext cx="7173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57" name="Google Shape;257;p13"/>
            <p:cNvSpPr/>
            <p:nvPr/>
          </p:nvSpPr>
          <p:spPr>
            <a:xfrm rot="5400000">
              <a:off x="-568800" y="568500"/>
              <a:ext cx="1759500" cy="6225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58" name="Google Shape;258;p13"/>
            <p:cNvSpPr/>
            <p:nvPr/>
          </p:nvSpPr>
          <p:spPr>
            <a:xfrm rot="10800000" flipH="1">
              <a:off x="0" y="-12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7480375" y="46543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260" name="Google Shape;260;p13"/>
          <p:cNvGrpSpPr/>
          <p:nvPr/>
        </p:nvGrpSpPr>
        <p:grpSpPr>
          <a:xfrm>
            <a:off x="-1072516" y="-104434"/>
            <a:ext cx="14814967" cy="9035667"/>
            <a:chOff x="-804387" y="-78325"/>
            <a:chExt cx="11111225" cy="6776750"/>
          </a:xfrm>
        </p:grpSpPr>
        <p:sp>
          <p:nvSpPr>
            <p:cNvPr id="261" name="Google Shape;261;p13"/>
            <p:cNvSpPr/>
            <p:nvPr/>
          </p:nvSpPr>
          <p:spPr>
            <a:xfrm rot="10800000">
              <a:off x="5782225" y="-78325"/>
              <a:ext cx="3429000" cy="5826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262" name="Google Shape;262;p13"/>
            <p:cNvGrpSpPr/>
            <p:nvPr/>
          </p:nvGrpSpPr>
          <p:grpSpPr>
            <a:xfrm>
              <a:off x="-387025" y="1052225"/>
              <a:ext cx="910269" cy="2095500"/>
              <a:chOff x="7631225" y="2241175"/>
              <a:chExt cx="910269" cy="2095500"/>
            </a:xfrm>
          </p:grpSpPr>
          <p:cxnSp>
            <p:nvCxnSpPr>
              <p:cNvPr id="263" name="Google Shape;263;p13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3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5" name="Google Shape;265;p13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6" name="Google Shape;266;p13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" name="Google Shape;267;p13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8" name="Google Shape;268;p13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9" name="Google Shape;269;p13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13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13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13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" name="Google Shape;273;p13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4" name="Google Shape;274;p13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5" name="Google Shape;275;p13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6" name="Google Shape;276;p13"/>
            <p:cNvGrpSpPr/>
            <p:nvPr/>
          </p:nvGrpSpPr>
          <p:grpSpPr>
            <a:xfrm>
              <a:off x="8421563" y="946050"/>
              <a:ext cx="1885275" cy="1884250"/>
              <a:chOff x="2609275" y="3149350"/>
              <a:chExt cx="1885275" cy="1884250"/>
            </a:xfrm>
          </p:grpSpPr>
          <p:sp>
            <p:nvSpPr>
              <p:cNvPr id="277" name="Google Shape;277;p13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  <p:sp>
          <p:nvSpPr>
            <p:cNvPr id="296" name="Google Shape;296;p13"/>
            <p:cNvSpPr/>
            <p:nvPr/>
          </p:nvSpPr>
          <p:spPr>
            <a:xfrm rot="5400000">
              <a:off x="-804387" y="437260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97" name="Google Shape;297;p13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13"/>
          <p:cNvSpPr txBox="1">
            <a:spLocks noGrp="1"/>
          </p:cNvSpPr>
          <p:nvPr>
            <p:ph type="title" idx="2" hasCustomPrompt="1"/>
          </p:nvPr>
        </p:nvSpPr>
        <p:spPr>
          <a:xfrm>
            <a:off x="2029707" y="1858600"/>
            <a:ext cx="1031600" cy="1036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299" name="Google Shape;299;p13"/>
          <p:cNvSpPr txBox="1">
            <a:spLocks noGrp="1"/>
          </p:cNvSpPr>
          <p:nvPr>
            <p:ph type="title" idx="3" hasCustomPrompt="1"/>
          </p:nvPr>
        </p:nvSpPr>
        <p:spPr>
          <a:xfrm>
            <a:off x="6984040" y="1858600"/>
            <a:ext cx="1031600" cy="1036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300" name="Google Shape;300;p13"/>
          <p:cNvSpPr txBox="1">
            <a:spLocks noGrp="1"/>
          </p:cNvSpPr>
          <p:nvPr>
            <p:ph type="title" idx="4" hasCustomPrompt="1"/>
          </p:nvPr>
        </p:nvSpPr>
        <p:spPr>
          <a:xfrm>
            <a:off x="2029740" y="3326167"/>
            <a:ext cx="1031600" cy="1036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301" name="Google Shape;301;p13"/>
          <p:cNvSpPr txBox="1">
            <a:spLocks noGrp="1"/>
          </p:cNvSpPr>
          <p:nvPr>
            <p:ph type="title" idx="5" hasCustomPrompt="1"/>
          </p:nvPr>
        </p:nvSpPr>
        <p:spPr>
          <a:xfrm>
            <a:off x="2029740" y="4793733"/>
            <a:ext cx="1031600" cy="1036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302" name="Google Shape;302;p13"/>
          <p:cNvSpPr txBox="1">
            <a:spLocks noGrp="1"/>
          </p:cNvSpPr>
          <p:nvPr>
            <p:ph type="subTitle" idx="1"/>
          </p:nvPr>
        </p:nvSpPr>
        <p:spPr>
          <a:xfrm>
            <a:off x="3264524" y="2024200"/>
            <a:ext cx="1943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3" name="Google Shape;303;p13"/>
          <p:cNvSpPr txBox="1">
            <a:spLocks noGrp="1"/>
          </p:cNvSpPr>
          <p:nvPr>
            <p:ph type="subTitle" idx="6"/>
          </p:nvPr>
        </p:nvSpPr>
        <p:spPr>
          <a:xfrm>
            <a:off x="8218693" y="2024200"/>
            <a:ext cx="1943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4" name="Google Shape;304;p13"/>
          <p:cNvSpPr txBox="1">
            <a:spLocks noGrp="1"/>
          </p:cNvSpPr>
          <p:nvPr>
            <p:ph type="subTitle" idx="7"/>
          </p:nvPr>
        </p:nvSpPr>
        <p:spPr>
          <a:xfrm>
            <a:off x="3264524" y="3491767"/>
            <a:ext cx="1943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5" name="Google Shape;305;p13"/>
          <p:cNvSpPr txBox="1">
            <a:spLocks noGrp="1"/>
          </p:cNvSpPr>
          <p:nvPr>
            <p:ph type="subTitle" idx="8"/>
          </p:nvPr>
        </p:nvSpPr>
        <p:spPr>
          <a:xfrm>
            <a:off x="3264360" y="4959333"/>
            <a:ext cx="1943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6" name="Google Shape;306;p13"/>
          <p:cNvSpPr txBox="1">
            <a:spLocks noGrp="1"/>
          </p:cNvSpPr>
          <p:nvPr>
            <p:ph type="title" idx="9" hasCustomPrompt="1"/>
          </p:nvPr>
        </p:nvSpPr>
        <p:spPr>
          <a:xfrm>
            <a:off x="6983941" y="3326167"/>
            <a:ext cx="1031600" cy="1036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307" name="Google Shape;307;p13"/>
          <p:cNvSpPr txBox="1">
            <a:spLocks noGrp="1"/>
          </p:cNvSpPr>
          <p:nvPr>
            <p:ph type="title" idx="13" hasCustomPrompt="1"/>
          </p:nvPr>
        </p:nvSpPr>
        <p:spPr>
          <a:xfrm>
            <a:off x="6983943" y="4793733"/>
            <a:ext cx="1031600" cy="1036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308" name="Google Shape;308;p13"/>
          <p:cNvSpPr txBox="1">
            <a:spLocks noGrp="1"/>
          </p:cNvSpPr>
          <p:nvPr>
            <p:ph type="subTitle" idx="14"/>
          </p:nvPr>
        </p:nvSpPr>
        <p:spPr>
          <a:xfrm>
            <a:off x="8218575" y="3491767"/>
            <a:ext cx="1943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9" name="Google Shape;309;p13"/>
          <p:cNvSpPr txBox="1">
            <a:spLocks noGrp="1"/>
          </p:cNvSpPr>
          <p:nvPr>
            <p:ph type="subTitle" idx="15"/>
          </p:nvPr>
        </p:nvSpPr>
        <p:spPr>
          <a:xfrm>
            <a:off x="8218573" y="4959333"/>
            <a:ext cx="1943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66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4906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oogle Shape;15;p3"/>
          <p:cNvGrpSpPr/>
          <p:nvPr/>
        </p:nvGrpSpPr>
        <p:grpSpPr>
          <a:xfrm>
            <a:off x="0" y="1"/>
            <a:ext cx="12684967" cy="6857900"/>
            <a:chOff x="0" y="0"/>
            <a:chExt cx="9513725" cy="5143425"/>
          </a:xfrm>
        </p:grpSpPr>
        <p:sp>
          <p:nvSpPr>
            <p:cNvPr id="16" name="Google Shape;16;p3"/>
            <p:cNvSpPr/>
            <p:nvPr/>
          </p:nvSpPr>
          <p:spPr>
            <a:xfrm>
              <a:off x="8421625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0" y="4014825"/>
              <a:ext cx="1492500" cy="11286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0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7631225" y="3265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-104600" y="-104400"/>
            <a:ext cx="8461551" cy="8635717"/>
            <a:chOff x="-78450" y="-78300"/>
            <a:chExt cx="6346163" cy="6476788"/>
          </a:xfrm>
        </p:grpSpPr>
        <p:sp>
          <p:nvSpPr>
            <p:cNvPr id="21" name="Google Shape;21;p3"/>
            <p:cNvSpPr/>
            <p:nvPr/>
          </p:nvSpPr>
          <p:spPr>
            <a:xfrm rot="10800000" flipH="1">
              <a:off x="-78450" y="-78300"/>
              <a:ext cx="3429000" cy="8514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22" name="Google Shape;22;p3"/>
            <p:cNvGrpSpPr/>
            <p:nvPr/>
          </p:nvGrpSpPr>
          <p:grpSpPr>
            <a:xfrm>
              <a:off x="4382438" y="4514238"/>
              <a:ext cx="1885275" cy="1884250"/>
              <a:chOff x="2609275" y="3149350"/>
              <a:chExt cx="1885275" cy="188425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</p:grpSp>
      <p:sp>
        <p:nvSpPr>
          <p:cNvPr id="42" name="Google Shape;42;p3"/>
          <p:cNvSpPr txBox="1">
            <a:spLocks noGrp="1"/>
          </p:cNvSpPr>
          <p:nvPr>
            <p:ph type="title"/>
          </p:nvPr>
        </p:nvSpPr>
        <p:spPr>
          <a:xfrm>
            <a:off x="3152600" y="3148400"/>
            <a:ext cx="5886800" cy="20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title" idx="2" hasCustomPrompt="1"/>
          </p:nvPr>
        </p:nvSpPr>
        <p:spPr>
          <a:xfrm>
            <a:off x="5369800" y="1696000"/>
            <a:ext cx="1452400" cy="1452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561575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7_1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7"/>
          <p:cNvSpPr/>
          <p:nvPr/>
        </p:nvSpPr>
        <p:spPr>
          <a:xfrm rot="16200000">
            <a:off x="9590701" y="6138651"/>
            <a:ext cx="3101100" cy="3101100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407" name="Google Shape;407;p17"/>
          <p:cNvGrpSpPr/>
          <p:nvPr/>
        </p:nvGrpSpPr>
        <p:grpSpPr>
          <a:xfrm>
            <a:off x="-670467" y="-15"/>
            <a:ext cx="12862467" cy="6858017"/>
            <a:chOff x="-502850" y="-12"/>
            <a:chExt cx="9646850" cy="5143513"/>
          </a:xfrm>
        </p:grpSpPr>
        <p:sp>
          <p:nvSpPr>
            <p:cNvPr id="408" name="Google Shape;408;p17"/>
            <p:cNvSpPr/>
            <p:nvPr/>
          </p:nvSpPr>
          <p:spPr>
            <a:xfrm rot="10800000">
              <a:off x="6880500" y="-12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-502850" y="3138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0" y="2817600"/>
              <a:ext cx="593700" cy="23259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0" y="4780475"/>
              <a:ext cx="1882500" cy="3630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412" name="Google Shape;412;p17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237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3A5BE61-BF3F-524C-734B-D5C94020E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4C01C3-A39E-A044-6F99-C480A2487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55F41D-10CC-D850-A98B-EDF0673D7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E8476-C937-4E72-860A-624A522139B7}" type="datetimeFigureOut">
              <a:rPr lang="fr-CA" smtClean="0"/>
              <a:t>2026-05-20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E93DEA-6246-9156-4E68-04B1B18FD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E6E9A4-A6F4-A742-C95C-6F917841B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190C3-9D26-4757-ACDD-858F5E517FC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86628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7"/>
          <p:cNvSpPr txBox="1">
            <a:spLocks noGrp="1"/>
          </p:cNvSpPr>
          <p:nvPr>
            <p:ph type="ctrTitle"/>
          </p:nvPr>
        </p:nvSpPr>
        <p:spPr>
          <a:xfrm>
            <a:off x="-232645" y="1341045"/>
            <a:ext cx="12651945" cy="2280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7000" b="1" err="1">
                <a:latin typeface="Montserrat"/>
              </a:rPr>
              <a:t>Présentation</a:t>
            </a:r>
            <a:r>
              <a:rPr lang="en" sz="7000" b="1">
                <a:latin typeface="Montserrat"/>
              </a:rPr>
              <a:t> du </a:t>
            </a:r>
            <a:r>
              <a:rPr lang="en" sz="7000" b="1" err="1">
                <a:latin typeface="Montserrat"/>
              </a:rPr>
              <a:t>projet</a:t>
            </a:r>
            <a:r>
              <a:rPr lang="en" sz="7000" b="1">
                <a:latin typeface="Montserrat"/>
              </a:rPr>
              <a:t> </a:t>
            </a:r>
            <a:r>
              <a:rPr lang="en" sz="7000" b="1" err="1">
                <a:latin typeface="Montserrat"/>
              </a:rPr>
              <a:t>d'application</a:t>
            </a:r>
            <a:r>
              <a:rPr lang="en" sz="7000" b="1">
                <a:latin typeface="Montserrat"/>
              </a:rPr>
              <a:t> web</a:t>
            </a:r>
          </a:p>
        </p:txBody>
      </p:sp>
      <p:sp>
        <p:nvSpPr>
          <p:cNvPr id="933" name="Google Shape;933;p37"/>
          <p:cNvSpPr txBox="1">
            <a:spLocks noGrp="1"/>
          </p:cNvSpPr>
          <p:nvPr>
            <p:ph type="subTitle" idx="1"/>
          </p:nvPr>
        </p:nvSpPr>
        <p:spPr>
          <a:xfrm>
            <a:off x="4821346" y="3690457"/>
            <a:ext cx="4423336" cy="13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50"/>
              <a:t>Présenté par Diego, Martin, Amir et Ian</a:t>
            </a:r>
            <a:endParaRPr lang="en-US" sz="1850"/>
          </a:p>
        </p:txBody>
      </p:sp>
      <p:grpSp>
        <p:nvGrpSpPr>
          <p:cNvPr id="935" name="Google Shape;935;p37"/>
          <p:cNvGrpSpPr/>
          <p:nvPr/>
        </p:nvGrpSpPr>
        <p:grpSpPr>
          <a:xfrm>
            <a:off x="7365892" y="5547680"/>
            <a:ext cx="4825909" cy="1310165"/>
            <a:chOff x="4986600" y="4014825"/>
            <a:chExt cx="4157400" cy="1128675"/>
          </a:xfrm>
        </p:grpSpPr>
        <p:sp>
          <p:nvSpPr>
            <p:cNvPr id="936" name="Google Shape;936;p37"/>
            <p:cNvSpPr/>
            <p:nvPr/>
          </p:nvSpPr>
          <p:spPr>
            <a:xfrm flipH="1">
              <a:off x="5715000" y="4014825"/>
              <a:ext cx="3429000" cy="11286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937" name="Google Shape;937;p37"/>
            <p:cNvSpPr/>
            <p:nvPr/>
          </p:nvSpPr>
          <p:spPr>
            <a:xfrm flipH="1">
              <a:off x="4986600" y="4527300"/>
              <a:ext cx="4157400" cy="616200"/>
            </a:xfrm>
            <a:prstGeom prst="round1Rect">
              <a:avLst>
                <a:gd name="adj" fmla="val 50000"/>
              </a:avLst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953" name="Google Shape;953;p37"/>
          <p:cNvGrpSpPr/>
          <p:nvPr/>
        </p:nvGrpSpPr>
        <p:grpSpPr>
          <a:xfrm>
            <a:off x="-840116" y="2479051"/>
            <a:ext cx="3858117" cy="4378984"/>
            <a:chOff x="-630087" y="1859288"/>
            <a:chExt cx="2893588" cy="3284238"/>
          </a:xfrm>
        </p:grpSpPr>
        <p:sp>
          <p:nvSpPr>
            <p:cNvPr id="954" name="Google Shape;954;p37"/>
            <p:cNvSpPr/>
            <p:nvPr/>
          </p:nvSpPr>
          <p:spPr>
            <a:xfrm>
              <a:off x="0" y="3272100"/>
              <a:ext cx="12552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955" name="Google Shape;955;p37"/>
            <p:cNvSpPr/>
            <p:nvPr/>
          </p:nvSpPr>
          <p:spPr>
            <a:xfrm>
              <a:off x="0" y="4829725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956" name="Google Shape;956;p37"/>
            <p:cNvGrpSpPr/>
            <p:nvPr/>
          </p:nvGrpSpPr>
          <p:grpSpPr>
            <a:xfrm>
              <a:off x="-630087" y="1859288"/>
              <a:ext cx="1885275" cy="1884250"/>
              <a:chOff x="2609275" y="3149350"/>
              <a:chExt cx="1885275" cy="1884250"/>
            </a:xfrm>
          </p:grpSpPr>
          <p:sp>
            <p:nvSpPr>
              <p:cNvPr id="957" name="Google Shape;957;p37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58" name="Google Shape;958;p37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59" name="Google Shape;959;p37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60" name="Google Shape;960;p37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61" name="Google Shape;961;p37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62" name="Google Shape;962;p37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63" name="Google Shape;963;p37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64" name="Google Shape;964;p37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65" name="Google Shape;965;p37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66" name="Google Shape;966;p37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67" name="Google Shape;967;p37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68" name="Google Shape;968;p37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69" name="Google Shape;969;p37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70" name="Google Shape;970;p37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71" name="Google Shape;971;p37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72" name="Google Shape;972;p37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73" name="Google Shape;973;p37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74" name="Google Shape;974;p37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975" name="Google Shape;975;p37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</p:grpSp>
      </p:grpSp>
      <p:grpSp>
        <p:nvGrpSpPr>
          <p:cNvPr id="976" name="Google Shape;976;p37"/>
          <p:cNvGrpSpPr/>
          <p:nvPr/>
        </p:nvGrpSpPr>
        <p:grpSpPr>
          <a:xfrm>
            <a:off x="7959667" y="-2238133"/>
            <a:ext cx="5009167" cy="3717433"/>
            <a:chOff x="5969750" y="-1678600"/>
            <a:chExt cx="3756875" cy="2788075"/>
          </a:xfrm>
        </p:grpSpPr>
        <p:sp>
          <p:nvSpPr>
            <p:cNvPr id="977" name="Google Shape;977;p37"/>
            <p:cNvSpPr/>
            <p:nvPr/>
          </p:nvSpPr>
          <p:spPr>
            <a:xfrm>
              <a:off x="7844125" y="89647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978" name="Google Shape;978;p37"/>
            <p:cNvSpPr/>
            <p:nvPr/>
          </p:nvSpPr>
          <p:spPr>
            <a:xfrm rot="-5400000">
              <a:off x="5969750" y="-167860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pic>
        <p:nvPicPr>
          <p:cNvPr id="2" name="Picture 1" descr="A black background with letters&#10;&#10;AI-generated content may be incorrect.">
            <a:extLst>
              <a:ext uri="{FF2B5EF4-FFF2-40B4-BE49-F238E27FC236}">
                <a16:creationId xmlns:a16="http://schemas.microsoft.com/office/drawing/2014/main" id="{F7101B68-89BF-F798-D437-0CD8D7967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957" y="3619118"/>
            <a:ext cx="2326857" cy="38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82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9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000" b="1">
                <a:latin typeface="Montserrat"/>
              </a:rPr>
              <a:t>Table des matières</a:t>
            </a:r>
            <a:endParaRPr lang="en-US" sz="1850" b="1">
              <a:latin typeface="Montserrat"/>
            </a:endParaRPr>
          </a:p>
        </p:txBody>
      </p:sp>
      <p:sp>
        <p:nvSpPr>
          <p:cNvPr id="993" name="Google Shape;993;p39"/>
          <p:cNvSpPr txBox="1">
            <a:spLocks noGrp="1"/>
          </p:cNvSpPr>
          <p:nvPr>
            <p:ph type="title" idx="2"/>
          </p:nvPr>
        </p:nvSpPr>
        <p:spPr>
          <a:xfrm>
            <a:off x="2029707" y="1858600"/>
            <a:ext cx="1031600" cy="1036400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</a:rPr>
              <a:t>01</a:t>
            </a:r>
            <a:endParaRPr b="1">
              <a:latin typeface="Montserrat"/>
            </a:endParaRPr>
          </a:p>
        </p:txBody>
      </p:sp>
      <p:sp>
        <p:nvSpPr>
          <p:cNvPr id="994" name="Google Shape;994;p39"/>
          <p:cNvSpPr txBox="1">
            <a:spLocks noGrp="1"/>
          </p:cNvSpPr>
          <p:nvPr>
            <p:ph type="title" idx="3"/>
          </p:nvPr>
        </p:nvSpPr>
        <p:spPr>
          <a:xfrm>
            <a:off x="6984040" y="1858600"/>
            <a:ext cx="1031600" cy="1036400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</a:rPr>
              <a:t>04</a:t>
            </a:r>
            <a:endParaRPr b="1">
              <a:latin typeface="Montserrat"/>
            </a:endParaRPr>
          </a:p>
        </p:txBody>
      </p:sp>
      <p:sp>
        <p:nvSpPr>
          <p:cNvPr id="995" name="Google Shape;995;p39"/>
          <p:cNvSpPr txBox="1">
            <a:spLocks noGrp="1"/>
          </p:cNvSpPr>
          <p:nvPr>
            <p:ph type="title" idx="4"/>
          </p:nvPr>
        </p:nvSpPr>
        <p:spPr>
          <a:xfrm>
            <a:off x="2029740" y="3326167"/>
            <a:ext cx="1031600" cy="1036400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</a:rPr>
              <a:t>02</a:t>
            </a:r>
            <a:endParaRPr b="1">
              <a:latin typeface="Montserrat"/>
            </a:endParaRPr>
          </a:p>
        </p:txBody>
      </p:sp>
      <p:sp>
        <p:nvSpPr>
          <p:cNvPr id="996" name="Google Shape;996;p39"/>
          <p:cNvSpPr txBox="1">
            <a:spLocks noGrp="1"/>
          </p:cNvSpPr>
          <p:nvPr>
            <p:ph type="title" idx="5"/>
          </p:nvPr>
        </p:nvSpPr>
        <p:spPr>
          <a:xfrm>
            <a:off x="2029740" y="4793733"/>
            <a:ext cx="1031600" cy="1036400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</a:rPr>
              <a:t>03</a:t>
            </a:r>
            <a:endParaRPr b="1">
              <a:latin typeface="Montserrat"/>
            </a:endParaRPr>
          </a:p>
        </p:txBody>
      </p:sp>
      <p:sp>
        <p:nvSpPr>
          <p:cNvPr id="997" name="Google Shape;997;p39"/>
          <p:cNvSpPr txBox="1">
            <a:spLocks noGrp="1"/>
          </p:cNvSpPr>
          <p:nvPr>
            <p:ph type="subTitle" idx="1"/>
          </p:nvPr>
        </p:nvSpPr>
        <p:spPr>
          <a:xfrm>
            <a:off x="3134638" y="2024200"/>
            <a:ext cx="3588827" cy="70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" sz="1850" b="1" err="1">
                <a:solidFill>
                  <a:srgbClr val="0070C0"/>
                </a:solidFill>
                <a:latin typeface="Montserrat"/>
              </a:rPr>
              <a:t>Présentation</a:t>
            </a:r>
            <a:r>
              <a:rPr lang="en" sz="1850" b="1">
                <a:solidFill>
                  <a:srgbClr val="0070C0"/>
                </a:solidFill>
                <a:latin typeface="Montserrat"/>
              </a:rPr>
              <a:t> des </a:t>
            </a:r>
            <a:r>
              <a:rPr lang="en" sz="1850" b="1" err="1">
                <a:solidFill>
                  <a:srgbClr val="0070C0"/>
                </a:solidFill>
                <a:latin typeface="Montserrat"/>
              </a:rPr>
              <a:t>équipiers</a:t>
            </a:r>
            <a:endParaRPr b="1" err="1">
              <a:solidFill>
                <a:srgbClr val="0070C0"/>
              </a:solidFill>
              <a:latin typeface="Montserrat"/>
            </a:endParaRPr>
          </a:p>
        </p:txBody>
      </p:sp>
      <p:sp>
        <p:nvSpPr>
          <p:cNvPr id="998" name="Google Shape;998;p39"/>
          <p:cNvSpPr txBox="1">
            <a:spLocks noGrp="1"/>
          </p:cNvSpPr>
          <p:nvPr>
            <p:ph type="subTitle" idx="6"/>
          </p:nvPr>
        </p:nvSpPr>
        <p:spPr>
          <a:xfrm>
            <a:off x="8149420" y="2024200"/>
            <a:ext cx="1943600" cy="70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1">
                <a:solidFill>
                  <a:srgbClr val="0070C0"/>
                </a:solidFill>
                <a:latin typeface="Montserrat"/>
              </a:rPr>
              <a:t>Architecture</a:t>
            </a:r>
            <a:endParaRPr b="1">
              <a:solidFill>
                <a:srgbClr val="0070C0"/>
              </a:solidFill>
              <a:latin typeface="Montserrat"/>
            </a:endParaRPr>
          </a:p>
        </p:txBody>
      </p:sp>
      <p:sp>
        <p:nvSpPr>
          <p:cNvPr id="999" name="Google Shape;999;p39"/>
          <p:cNvSpPr txBox="1">
            <a:spLocks noGrp="1"/>
          </p:cNvSpPr>
          <p:nvPr>
            <p:ph type="subTitle" idx="7"/>
          </p:nvPr>
        </p:nvSpPr>
        <p:spPr>
          <a:xfrm>
            <a:off x="3134638" y="3491767"/>
            <a:ext cx="3813963" cy="70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" sz="1850" b="1" err="1">
                <a:solidFill>
                  <a:srgbClr val="0070C0"/>
                </a:solidFill>
                <a:latin typeface="Montserrat"/>
              </a:rPr>
              <a:t>Présenter</a:t>
            </a:r>
            <a:r>
              <a:rPr lang="en" sz="1850" b="1">
                <a:solidFill>
                  <a:srgbClr val="0070C0"/>
                </a:solidFill>
                <a:latin typeface="Montserrat"/>
              </a:rPr>
              <a:t> les </a:t>
            </a:r>
            <a:endParaRPr lang="en-US"/>
          </a:p>
          <a:p>
            <a:pPr marL="0" indent="0">
              <a:buSzPts val="1100"/>
            </a:pPr>
            <a:r>
              <a:rPr lang="en" sz="1850" b="1" err="1">
                <a:solidFill>
                  <a:srgbClr val="0070C0"/>
                </a:solidFill>
                <a:latin typeface="Montserrat"/>
              </a:rPr>
              <a:t>grandes</a:t>
            </a:r>
            <a:r>
              <a:rPr lang="en" sz="1850" b="1">
                <a:solidFill>
                  <a:srgbClr val="0070C0"/>
                </a:solidFill>
                <a:latin typeface="Montserrat"/>
              </a:rPr>
              <a:t> </a:t>
            </a:r>
            <a:r>
              <a:rPr lang="en" sz="1850" b="1" err="1">
                <a:solidFill>
                  <a:srgbClr val="0070C0"/>
                </a:solidFill>
                <a:latin typeface="Montserrat"/>
              </a:rPr>
              <a:t>lignes</a:t>
            </a:r>
            <a:r>
              <a:rPr lang="en" sz="1850" b="1">
                <a:solidFill>
                  <a:srgbClr val="0070C0"/>
                </a:solidFill>
                <a:latin typeface="Montserrat"/>
              </a:rPr>
              <a:t> du </a:t>
            </a:r>
            <a:r>
              <a:rPr lang="en" sz="1850" b="1" err="1">
                <a:solidFill>
                  <a:srgbClr val="0070C0"/>
                </a:solidFill>
                <a:latin typeface="Montserrat"/>
              </a:rPr>
              <a:t>projet</a:t>
            </a:r>
            <a:endParaRPr lang="en" sz="1850" b="1">
              <a:solidFill>
                <a:srgbClr val="0070C0"/>
              </a:solidFill>
              <a:latin typeface="Montserrat"/>
            </a:endParaRPr>
          </a:p>
        </p:txBody>
      </p:sp>
      <p:sp>
        <p:nvSpPr>
          <p:cNvPr id="1000" name="Google Shape;1000;p39"/>
          <p:cNvSpPr txBox="1">
            <a:spLocks noGrp="1"/>
          </p:cNvSpPr>
          <p:nvPr>
            <p:ph type="subTitle" idx="8"/>
          </p:nvPr>
        </p:nvSpPr>
        <p:spPr>
          <a:xfrm>
            <a:off x="3134474" y="4959333"/>
            <a:ext cx="3952509" cy="70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" sz="1850" b="1">
                <a:solidFill>
                  <a:srgbClr val="0070C0"/>
                </a:solidFill>
                <a:latin typeface="Montserrat"/>
              </a:rPr>
              <a:t>Les technologies et </a:t>
            </a:r>
            <a:endParaRPr lang="en-US"/>
          </a:p>
          <a:p>
            <a:pPr marL="0" indent="0">
              <a:buSzPts val="1100"/>
            </a:pPr>
            <a:r>
              <a:rPr lang="en" sz="1850" b="1">
                <a:solidFill>
                  <a:srgbClr val="0070C0"/>
                </a:solidFill>
                <a:latin typeface="Montserrat"/>
              </a:rPr>
              <a:t>packages </a:t>
            </a:r>
            <a:r>
              <a:rPr lang="en" sz="1850" b="1" err="1">
                <a:solidFill>
                  <a:srgbClr val="0070C0"/>
                </a:solidFill>
                <a:latin typeface="Montserrat"/>
              </a:rPr>
              <a:t>utilisés</a:t>
            </a:r>
            <a:endParaRPr lang="en" sz="1850" b="1">
              <a:solidFill>
                <a:srgbClr val="0070C0"/>
              </a:solidFill>
              <a:latin typeface="Montserrat"/>
            </a:endParaRPr>
          </a:p>
        </p:txBody>
      </p:sp>
      <p:sp>
        <p:nvSpPr>
          <p:cNvPr id="1001" name="Google Shape;1001;p39"/>
          <p:cNvSpPr txBox="1">
            <a:spLocks noGrp="1"/>
          </p:cNvSpPr>
          <p:nvPr>
            <p:ph type="title" idx="9"/>
          </p:nvPr>
        </p:nvSpPr>
        <p:spPr>
          <a:xfrm>
            <a:off x="6983941" y="3326167"/>
            <a:ext cx="1031600" cy="1036400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</a:rPr>
              <a:t>05</a:t>
            </a:r>
            <a:endParaRPr b="1">
              <a:latin typeface="Montserrat"/>
            </a:endParaRPr>
          </a:p>
        </p:txBody>
      </p:sp>
      <p:sp>
        <p:nvSpPr>
          <p:cNvPr id="1002" name="Google Shape;1002;p39"/>
          <p:cNvSpPr txBox="1">
            <a:spLocks noGrp="1"/>
          </p:cNvSpPr>
          <p:nvPr>
            <p:ph type="title" idx="13"/>
          </p:nvPr>
        </p:nvSpPr>
        <p:spPr>
          <a:xfrm>
            <a:off x="6983943" y="4793733"/>
            <a:ext cx="1031600" cy="1036400"/>
          </a:xfrm>
          <a:prstGeom prst="rect">
            <a:avLst/>
          </a:prstGeom>
          <a:ln>
            <a:solidFill>
              <a:srgbClr val="4472C4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</a:rPr>
              <a:t>06</a:t>
            </a:r>
            <a:endParaRPr b="1">
              <a:latin typeface="Montserrat"/>
            </a:endParaRPr>
          </a:p>
        </p:txBody>
      </p:sp>
      <p:sp>
        <p:nvSpPr>
          <p:cNvPr id="1003" name="Google Shape;1003;p39"/>
          <p:cNvSpPr txBox="1">
            <a:spLocks noGrp="1"/>
          </p:cNvSpPr>
          <p:nvPr>
            <p:ph type="subTitle" idx="14"/>
          </p:nvPr>
        </p:nvSpPr>
        <p:spPr>
          <a:xfrm>
            <a:off x="8149302" y="3491767"/>
            <a:ext cx="2792191" cy="70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" sz="1850" b="1">
                <a:solidFill>
                  <a:srgbClr val="0070C0"/>
                </a:solidFill>
                <a:latin typeface="Montserrat"/>
              </a:rPr>
              <a:t>Choix (</a:t>
            </a:r>
            <a:r>
              <a:rPr lang="en" sz="1850" b="1" err="1">
                <a:solidFill>
                  <a:srgbClr val="0070C0"/>
                </a:solidFill>
                <a:latin typeface="Montserrat"/>
              </a:rPr>
              <a:t>technologie</a:t>
            </a:r>
            <a:r>
              <a:rPr lang="en" sz="1850" b="1">
                <a:solidFill>
                  <a:srgbClr val="0070C0"/>
                </a:solidFill>
                <a:latin typeface="Montserrat"/>
              </a:rPr>
              <a:t> / architecture)</a:t>
            </a:r>
            <a:endParaRPr b="1">
              <a:solidFill>
                <a:srgbClr val="0070C0"/>
              </a:solidFill>
              <a:latin typeface="Montserrat"/>
            </a:endParaRPr>
          </a:p>
        </p:txBody>
      </p:sp>
      <p:sp>
        <p:nvSpPr>
          <p:cNvPr id="1004" name="Google Shape;1004;p39"/>
          <p:cNvSpPr txBox="1">
            <a:spLocks noGrp="1"/>
          </p:cNvSpPr>
          <p:nvPr>
            <p:ph type="subTitle" idx="15"/>
          </p:nvPr>
        </p:nvSpPr>
        <p:spPr>
          <a:xfrm>
            <a:off x="8218573" y="4959333"/>
            <a:ext cx="2471805" cy="70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" sz="1850" b="1">
                <a:solidFill>
                  <a:srgbClr val="0070C0"/>
                </a:solidFill>
                <a:latin typeface="Montserrat"/>
              </a:rPr>
              <a:t>Les </a:t>
            </a:r>
            <a:r>
              <a:rPr lang="en" sz="1850" b="1" err="1">
                <a:solidFill>
                  <a:srgbClr val="0070C0"/>
                </a:solidFill>
                <a:latin typeface="Montserrat"/>
              </a:rPr>
              <a:t>aprentissages</a:t>
            </a:r>
            <a:r>
              <a:rPr lang="en" sz="1850" b="1">
                <a:solidFill>
                  <a:srgbClr val="0070C0"/>
                </a:solidFill>
                <a:latin typeface="Montserrat"/>
              </a:rPr>
              <a:t> marquants</a:t>
            </a:r>
            <a:endParaRPr b="1">
              <a:solidFill>
                <a:srgbClr val="0070C0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98992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1"/>
          <p:cNvSpPr txBox="1">
            <a:spLocks noGrp="1"/>
          </p:cNvSpPr>
          <p:nvPr>
            <p:ph type="title"/>
          </p:nvPr>
        </p:nvSpPr>
        <p:spPr>
          <a:xfrm>
            <a:off x="2650373" y="3148400"/>
            <a:ext cx="6891254" cy="20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7050" err="1">
                <a:latin typeface="Montserrat Bold"/>
              </a:rPr>
              <a:t>Présentation</a:t>
            </a:r>
            <a:r>
              <a:rPr lang="en" sz="7050">
                <a:latin typeface="Montserrat Bold"/>
              </a:rPr>
              <a:t> des </a:t>
            </a:r>
            <a:r>
              <a:rPr lang="en" sz="7050" err="1">
                <a:latin typeface="Montserrat Bold"/>
              </a:rPr>
              <a:t>équipiers</a:t>
            </a:r>
            <a:endParaRPr lang="en-US" err="1"/>
          </a:p>
        </p:txBody>
      </p:sp>
      <p:sp>
        <p:nvSpPr>
          <p:cNvPr id="1057" name="Google Shape;1057;p41"/>
          <p:cNvSpPr txBox="1">
            <a:spLocks noGrp="1"/>
          </p:cNvSpPr>
          <p:nvPr>
            <p:ph type="title" idx="2"/>
          </p:nvPr>
        </p:nvSpPr>
        <p:spPr>
          <a:xfrm>
            <a:off x="5369800" y="1696000"/>
            <a:ext cx="1452400" cy="145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Bold"/>
              </a:rPr>
              <a:t>01</a:t>
            </a:r>
            <a:endParaRPr>
              <a:latin typeface="Montserrat Bold"/>
            </a:endParaRPr>
          </a:p>
        </p:txBody>
      </p:sp>
      <p:grpSp>
        <p:nvGrpSpPr>
          <p:cNvPr id="1058" name="Google Shape;1058;p41"/>
          <p:cNvGrpSpPr/>
          <p:nvPr/>
        </p:nvGrpSpPr>
        <p:grpSpPr>
          <a:xfrm>
            <a:off x="10411734" y="4538067"/>
            <a:ext cx="1314833" cy="2794000"/>
            <a:chOff x="7631225" y="2241175"/>
            <a:chExt cx="986125" cy="2095500"/>
          </a:xfrm>
        </p:grpSpPr>
        <p:cxnSp>
          <p:nvCxnSpPr>
            <p:cNvPr id="1059" name="Google Shape;1059;p41"/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0" name="Google Shape;1060;p41"/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1" name="Google Shape;1061;p41"/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2" name="Google Shape;1062;p41"/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3" name="Google Shape;1063;p41"/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4" name="Google Shape;1064;p41"/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5" name="Google Shape;1065;p41"/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41"/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7" name="Google Shape;1067;p41"/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8" name="Google Shape;1068;p41"/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9" name="Google Shape;1069;p41"/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0" name="Google Shape;1070;p41"/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1" name="Google Shape;1071;p41"/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2" name="Google Shape;1072;p41"/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73" name="Google Shape;1073;p41"/>
          <p:cNvSpPr/>
          <p:nvPr/>
        </p:nvSpPr>
        <p:spPr>
          <a:xfrm rot="5400000">
            <a:off x="-2137933" y="1641385"/>
            <a:ext cx="3101100" cy="3101100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Montserra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61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850" b="1" err="1">
                <a:latin typeface="Montserrat"/>
              </a:rPr>
              <a:t>Présentation</a:t>
            </a:r>
            <a:r>
              <a:rPr lang="en" sz="1850" b="1">
                <a:latin typeface="Montserrat"/>
              </a:rPr>
              <a:t> des </a:t>
            </a:r>
            <a:r>
              <a:rPr lang="en" sz="1850" b="1" err="1">
                <a:latin typeface="Montserrat"/>
              </a:rPr>
              <a:t>équipiers</a:t>
            </a:r>
            <a:endParaRPr b="1" err="1">
              <a:latin typeface="Montserrat"/>
            </a:endParaRPr>
          </a:p>
        </p:txBody>
      </p:sp>
      <p:sp>
        <p:nvSpPr>
          <p:cNvPr id="1501" name="Google Shape;1501;p61"/>
          <p:cNvSpPr txBox="1"/>
          <p:nvPr/>
        </p:nvSpPr>
        <p:spPr>
          <a:xfrm>
            <a:off x="963192" y="2287517"/>
            <a:ext cx="2777200" cy="1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1600">
                <a:solidFill>
                  <a:schemeClr val="dk1"/>
                </a:solidFill>
                <a:latin typeface="Montserrat"/>
                <a:sym typeface="Maven Pro"/>
              </a:rPr>
              <a:t>Je me suis </a:t>
            </a:r>
            <a:r>
              <a:rPr lang="en" sz="1600" err="1">
                <a:solidFill>
                  <a:schemeClr val="dk1"/>
                </a:solidFill>
                <a:latin typeface="Montserrat"/>
                <a:sym typeface="Maven Pro"/>
              </a:rPr>
              <a:t>occupé</a:t>
            </a:r>
            <a:r>
              <a:rPr lang="en" sz="1600">
                <a:solidFill>
                  <a:schemeClr val="dk1"/>
                </a:solidFill>
                <a:latin typeface="Montserrat"/>
                <a:sym typeface="Maven Pro"/>
              </a:rPr>
              <a:t> de...</a:t>
            </a:r>
            <a:endParaRPr lang="en" sz="160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502" name="Google Shape;1502;p61"/>
          <p:cNvSpPr txBox="1"/>
          <p:nvPr/>
        </p:nvSpPr>
        <p:spPr>
          <a:xfrm>
            <a:off x="8451592" y="2287517"/>
            <a:ext cx="2777200" cy="1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1600">
                <a:solidFill>
                  <a:schemeClr val="dk1"/>
                </a:solidFill>
                <a:latin typeface="Montserrat"/>
                <a:ea typeface="Maven Pro"/>
                <a:cs typeface="Maven Pro"/>
                <a:sym typeface="Maven Pro"/>
              </a:rPr>
              <a:t>Je me suis </a:t>
            </a:r>
            <a:r>
              <a:rPr lang="en" sz="1600" err="1">
                <a:solidFill>
                  <a:schemeClr val="dk1"/>
                </a:solidFill>
                <a:latin typeface="Montserrat"/>
                <a:ea typeface="Maven Pro"/>
                <a:cs typeface="Maven Pro"/>
                <a:sym typeface="Maven Pro"/>
              </a:rPr>
              <a:t>occupé</a:t>
            </a:r>
            <a:r>
              <a:rPr lang="en" sz="1600">
                <a:solidFill>
                  <a:schemeClr val="dk1"/>
                </a:solidFill>
                <a:latin typeface="Montserrat"/>
                <a:ea typeface="Maven Pro"/>
                <a:cs typeface="Maven Pro"/>
                <a:sym typeface="Maven Pro"/>
              </a:rPr>
              <a:t> de...</a:t>
            </a:r>
            <a:endParaRPr lang="en" sz="1600">
              <a:solidFill>
                <a:schemeClr val="dk1"/>
              </a:solidFill>
              <a:latin typeface="Montserrat"/>
              <a:ea typeface="Maven Pro"/>
              <a:cs typeface="Maven Pr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sz="1600">
              <a:solidFill>
                <a:schemeClr val="dk1"/>
              </a:solidFill>
              <a:latin typeface="Montserrat"/>
              <a:ea typeface="Maven Pro"/>
              <a:cs typeface="Maven Pro"/>
            </a:endParaRPr>
          </a:p>
        </p:txBody>
      </p:sp>
      <p:sp>
        <p:nvSpPr>
          <p:cNvPr id="1503" name="Google Shape;1503;p61"/>
          <p:cNvSpPr txBox="1"/>
          <p:nvPr/>
        </p:nvSpPr>
        <p:spPr>
          <a:xfrm>
            <a:off x="963192" y="1886884"/>
            <a:ext cx="2777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 b="1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Diego</a:t>
            </a:r>
            <a:endParaRPr sz="2650" b="1">
              <a:solidFill>
                <a:srgbClr val="0070C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4" name="Google Shape;1504;p61"/>
          <p:cNvSpPr txBox="1"/>
          <p:nvPr/>
        </p:nvSpPr>
        <p:spPr>
          <a:xfrm>
            <a:off x="8451608" y="1886884"/>
            <a:ext cx="2777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 b="1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Amir</a:t>
            </a:r>
            <a:endParaRPr lang="en-US" sz="2667" b="1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505" name="Google Shape;1505;p61"/>
          <p:cNvSpPr txBox="1"/>
          <p:nvPr/>
        </p:nvSpPr>
        <p:spPr>
          <a:xfrm>
            <a:off x="963192" y="4542051"/>
            <a:ext cx="2777200" cy="1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1600">
                <a:solidFill>
                  <a:schemeClr val="dk1"/>
                </a:solidFill>
                <a:latin typeface="Montserrat"/>
                <a:ea typeface="Maven Pro"/>
                <a:cs typeface="Maven Pro"/>
              </a:rPr>
              <a:t>Je me suis </a:t>
            </a:r>
            <a:r>
              <a:rPr lang="en" sz="1600" err="1">
                <a:solidFill>
                  <a:schemeClr val="dk1"/>
                </a:solidFill>
                <a:latin typeface="Montserrat"/>
                <a:ea typeface="Maven Pro"/>
                <a:cs typeface="Maven Pro"/>
              </a:rPr>
              <a:t>occupé</a:t>
            </a:r>
            <a:r>
              <a:rPr lang="en" sz="1600">
                <a:solidFill>
                  <a:schemeClr val="dk1"/>
                </a:solidFill>
                <a:latin typeface="Montserrat"/>
                <a:ea typeface="Maven Pro"/>
                <a:cs typeface="Maven Pro"/>
              </a:rPr>
              <a:t> de...</a:t>
            </a:r>
          </a:p>
          <a:p>
            <a:pPr algn="r"/>
            <a:endParaRPr lang="en" sz="1600">
              <a:solidFill>
                <a:schemeClr val="dk1"/>
              </a:solidFill>
              <a:latin typeface="Montserrat"/>
              <a:ea typeface="Maven Pro"/>
              <a:cs typeface="Maven Pro"/>
            </a:endParaRPr>
          </a:p>
        </p:txBody>
      </p:sp>
      <p:sp>
        <p:nvSpPr>
          <p:cNvPr id="1506" name="Google Shape;1506;p61"/>
          <p:cNvSpPr txBox="1"/>
          <p:nvPr/>
        </p:nvSpPr>
        <p:spPr>
          <a:xfrm>
            <a:off x="8451592" y="4542051"/>
            <a:ext cx="2777200" cy="1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1600">
                <a:solidFill>
                  <a:schemeClr val="dk1"/>
                </a:solidFill>
                <a:latin typeface="Montserrat"/>
                <a:ea typeface="Maven Pro"/>
                <a:cs typeface="Maven Pro"/>
                <a:sym typeface="Maven Pro"/>
              </a:rPr>
              <a:t>Je me suis occupé de...</a:t>
            </a:r>
            <a:endParaRPr lang="en" sz="1600">
              <a:solidFill>
                <a:schemeClr val="dk1"/>
              </a:solidFill>
              <a:latin typeface="Montserrat"/>
              <a:ea typeface="Maven Pro"/>
              <a:cs typeface="Maven Pr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sz="1600">
              <a:solidFill>
                <a:schemeClr val="dk1"/>
              </a:solidFill>
              <a:latin typeface="Montserrat"/>
              <a:ea typeface="Maven Pro"/>
              <a:cs typeface="Maven Pro"/>
            </a:endParaRPr>
          </a:p>
        </p:txBody>
      </p:sp>
      <p:sp>
        <p:nvSpPr>
          <p:cNvPr id="1507" name="Google Shape;1507;p61"/>
          <p:cNvSpPr txBox="1"/>
          <p:nvPr/>
        </p:nvSpPr>
        <p:spPr>
          <a:xfrm>
            <a:off x="963192" y="4141416"/>
            <a:ext cx="2777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 b="1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Martin</a:t>
            </a:r>
            <a:endParaRPr lang="en-US" sz="2667" b="1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508" name="Google Shape;1508;p61"/>
          <p:cNvSpPr txBox="1"/>
          <p:nvPr/>
        </p:nvSpPr>
        <p:spPr>
          <a:xfrm>
            <a:off x="8451608" y="4141416"/>
            <a:ext cx="2777200" cy="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 b="1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Ian</a:t>
            </a:r>
            <a:endParaRPr lang="en-US" sz="2667" b="1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509" name="Google Shape;1509;p61"/>
          <p:cNvSpPr/>
          <p:nvPr/>
        </p:nvSpPr>
        <p:spPr>
          <a:xfrm>
            <a:off x="3841933" y="2069551"/>
            <a:ext cx="1172000" cy="1172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Montserrat"/>
              <a:ea typeface="Maven Pro"/>
              <a:cs typeface="Maven Pro"/>
              <a:sym typeface="Maven Pro"/>
            </a:endParaRPr>
          </a:p>
        </p:txBody>
      </p:sp>
      <p:sp>
        <p:nvSpPr>
          <p:cNvPr id="1510" name="Google Shape;1510;p61"/>
          <p:cNvSpPr/>
          <p:nvPr/>
        </p:nvSpPr>
        <p:spPr>
          <a:xfrm>
            <a:off x="7178067" y="2069551"/>
            <a:ext cx="1172000" cy="1172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Montserrat"/>
              <a:ea typeface="Maven Pro"/>
              <a:cs typeface="Maven Pro"/>
              <a:sym typeface="Maven Pro"/>
            </a:endParaRPr>
          </a:p>
        </p:txBody>
      </p:sp>
      <p:sp>
        <p:nvSpPr>
          <p:cNvPr id="1511" name="Google Shape;1511;p61"/>
          <p:cNvSpPr/>
          <p:nvPr/>
        </p:nvSpPr>
        <p:spPr>
          <a:xfrm>
            <a:off x="3841933" y="4337541"/>
            <a:ext cx="1172000" cy="1172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Montserrat"/>
              <a:ea typeface="Maven Pro"/>
              <a:cs typeface="Maven Pro"/>
              <a:sym typeface="Maven Pro"/>
            </a:endParaRPr>
          </a:p>
        </p:txBody>
      </p:sp>
      <p:sp>
        <p:nvSpPr>
          <p:cNvPr id="1512" name="Google Shape;1512;p61"/>
          <p:cNvSpPr/>
          <p:nvPr/>
        </p:nvSpPr>
        <p:spPr>
          <a:xfrm>
            <a:off x="7178067" y="4337541"/>
            <a:ext cx="1172000" cy="1172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Montserrat"/>
              <a:ea typeface="Maven Pro"/>
              <a:cs typeface="Maven Pro"/>
              <a:sym typeface="Maven Pro"/>
            </a:endParaRPr>
          </a:p>
        </p:txBody>
      </p:sp>
      <p:sp>
        <p:nvSpPr>
          <p:cNvPr id="1513" name="Google Shape;1513;p61"/>
          <p:cNvSpPr/>
          <p:nvPr/>
        </p:nvSpPr>
        <p:spPr>
          <a:xfrm>
            <a:off x="5510000" y="3217867"/>
            <a:ext cx="1172000" cy="1172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Montserrat"/>
              <a:ea typeface="Maven Pro"/>
              <a:cs typeface="Maven Pro"/>
              <a:sym typeface="Maven Pro"/>
            </a:endParaRPr>
          </a:p>
        </p:txBody>
      </p:sp>
      <p:cxnSp>
        <p:nvCxnSpPr>
          <p:cNvPr id="1514" name="Google Shape;1514;p61"/>
          <p:cNvCxnSpPr>
            <a:stCxn id="1509" idx="3"/>
            <a:endCxn id="1513" idx="0"/>
          </p:cNvCxnSpPr>
          <p:nvPr/>
        </p:nvCxnSpPr>
        <p:spPr>
          <a:xfrm>
            <a:off x="5013933" y="2655551"/>
            <a:ext cx="1082000" cy="5624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5" name="Google Shape;1515;p61"/>
          <p:cNvCxnSpPr>
            <a:stCxn id="1510" idx="1"/>
            <a:endCxn id="1513" idx="0"/>
          </p:cNvCxnSpPr>
          <p:nvPr/>
        </p:nvCxnSpPr>
        <p:spPr>
          <a:xfrm flipH="1">
            <a:off x="6096067" y="2655551"/>
            <a:ext cx="1082000" cy="5624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6" name="Google Shape;1516;p61"/>
          <p:cNvCxnSpPr>
            <a:stCxn id="1511" idx="3"/>
            <a:endCxn id="1513" idx="2"/>
          </p:cNvCxnSpPr>
          <p:nvPr/>
        </p:nvCxnSpPr>
        <p:spPr>
          <a:xfrm rot="10800000" flipH="1">
            <a:off x="5013933" y="4389941"/>
            <a:ext cx="1082000" cy="5336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7" name="Google Shape;1517;p61"/>
          <p:cNvCxnSpPr>
            <a:stCxn id="1513" idx="2"/>
            <a:endCxn id="1512" idx="1"/>
          </p:cNvCxnSpPr>
          <p:nvPr/>
        </p:nvCxnSpPr>
        <p:spPr>
          <a:xfrm rot="16200000" flipH="1">
            <a:off x="6370200" y="4115667"/>
            <a:ext cx="533600" cy="10820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7" descr="A blue circle with a black background&#10;&#10;AI-generated content may be incorrect.">
            <a:extLst>
              <a:ext uri="{FF2B5EF4-FFF2-40B4-BE49-F238E27FC236}">
                <a16:creationId xmlns:a16="http://schemas.microsoft.com/office/drawing/2014/main" id="{E6F41ECC-8F0A-0815-1949-9C004331C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813" y="3429294"/>
            <a:ext cx="714375" cy="714375"/>
          </a:xfrm>
          <a:prstGeom prst="rect">
            <a:avLst/>
          </a:prstGeom>
        </p:spPr>
      </p:pic>
      <p:pic>
        <p:nvPicPr>
          <p:cNvPr id="2" name="Picture 1" descr="Utilisateur - Icônes social gratuites">
            <a:extLst>
              <a:ext uri="{FF2B5EF4-FFF2-40B4-BE49-F238E27FC236}">
                <a16:creationId xmlns:a16="http://schemas.microsoft.com/office/drawing/2014/main" id="{1BC8DA26-D222-D7AF-AA14-35B5A4E68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094103" y="2317045"/>
            <a:ext cx="664163" cy="671690"/>
          </a:xfrm>
          <a:prstGeom prst="rect">
            <a:avLst/>
          </a:prstGeom>
        </p:spPr>
      </p:pic>
      <p:pic>
        <p:nvPicPr>
          <p:cNvPr id="3" name="Picture 2" descr="Utilisateur - Icônes social gratuites">
            <a:extLst>
              <a:ext uri="{FF2B5EF4-FFF2-40B4-BE49-F238E27FC236}">
                <a16:creationId xmlns:a16="http://schemas.microsoft.com/office/drawing/2014/main" id="{5AD38141-07CD-7E56-DD3D-6C097160E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094103" y="4584230"/>
            <a:ext cx="664163" cy="671690"/>
          </a:xfrm>
          <a:prstGeom prst="rect">
            <a:avLst/>
          </a:prstGeom>
        </p:spPr>
      </p:pic>
      <p:pic>
        <p:nvPicPr>
          <p:cNvPr id="4" name="Picture 3" descr="Utilisateur - Icônes social gratuites">
            <a:extLst>
              <a:ext uri="{FF2B5EF4-FFF2-40B4-BE49-F238E27FC236}">
                <a16:creationId xmlns:a16="http://schemas.microsoft.com/office/drawing/2014/main" id="{54F6A824-3C63-C58A-2286-3D9133F63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433732" y="4574823"/>
            <a:ext cx="664163" cy="671690"/>
          </a:xfrm>
          <a:prstGeom prst="rect">
            <a:avLst/>
          </a:prstGeom>
        </p:spPr>
      </p:pic>
      <p:pic>
        <p:nvPicPr>
          <p:cNvPr id="5" name="Picture 4" descr="Utilisateur - Icônes social gratuites">
            <a:extLst>
              <a:ext uri="{FF2B5EF4-FFF2-40B4-BE49-F238E27FC236}">
                <a16:creationId xmlns:a16="http://schemas.microsoft.com/office/drawing/2014/main" id="{B2B6D630-8036-5A33-49C4-08EF604BE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433732" y="2317045"/>
            <a:ext cx="664163" cy="6716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1"/>
          <p:cNvSpPr txBox="1">
            <a:spLocks noGrp="1"/>
          </p:cNvSpPr>
          <p:nvPr>
            <p:ph type="title"/>
          </p:nvPr>
        </p:nvSpPr>
        <p:spPr>
          <a:xfrm>
            <a:off x="2381941" y="3148400"/>
            <a:ext cx="7419459" cy="20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7050">
                <a:latin typeface="Montserrat Bold"/>
              </a:rPr>
              <a:t>Grandes </a:t>
            </a:r>
            <a:r>
              <a:rPr lang="en" sz="7050" err="1">
                <a:latin typeface="Montserrat Bold"/>
              </a:rPr>
              <a:t>lignes</a:t>
            </a:r>
            <a:r>
              <a:rPr lang="en" sz="7050">
                <a:latin typeface="Montserrat Bold"/>
              </a:rPr>
              <a:t> du </a:t>
            </a:r>
            <a:r>
              <a:rPr lang="en" sz="7050" err="1">
                <a:latin typeface="Montserrat Bold"/>
              </a:rPr>
              <a:t>projet</a:t>
            </a:r>
            <a:endParaRPr lang="en-US" err="1"/>
          </a:p>
        </p:txBody>
      </p:sp>
      <p:sp>
        <p:nvSpPr>
          <p:cNvPr id="1057" name="Google Shape;1057;p41"/>
          <p:cNvSpPr txBox="1">
            <a:spLocks noGrp="1"/>
          </p:cNvSpPr>
          <p:nvPr>
            <p:ph type="title" idx="2"/>
          </p:nvPr>
        </p:nvSpPr>
        <p:spPr>
          <a:xfrm>
            <a:off x="5369800" y="1696000"/>
            <a:ext cx="1452400" cy="145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latin typeface="Montserrat Bold"/>
              </a:rPr>
              <a:t>02</a:t>
            </a:r>
            <a:endParaRPr>
              <a:latin typeface="Montserrat Bold"/>
            </a:endParaRPr>
          </a:p>
        </p:txBody>
      </p:sp>
      <p:grpSp>
        <p:nvGrpSpPr>
          <p:cNvPr id="1058" name="Google Shape;1058;p41"/>
          <p:cNvGrpSpPr/>
          <p:nvPr/>
        </p:nvGrpSpPr>
        <p:grpSpPr>
          <a:xfrm>
            <a:off x="10411734" y="4538067"/>
            <a:ext cx="1314833" cy="2794000"/>
            <a:chOff x="7631225" y="2241175"/>
            <a:chExt cx="986125" cy="2095500"/>
          </a:xfrm>
        </p:grpSpPr>
        <p:cxnSp>
          <p:nvCxnSpPr>
            <p:cNvPr id="1059" name="Google Shape;1059;p41"/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0" name="Google Shape;1060;p41"/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1" name="Google Shape;1061;p41"/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2" name="Google Shape;1062;p41"/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3" name="Google Shape;1063;p41"/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4" name="Google Shape;1064;p41"/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5" name="Google Shape;1065;p41"/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41"/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7" name="Google Shape;1067;p41"/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8" name="Google Shape;1068;p41"/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9" name="Google Shape;1069;p41"/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0" name="Google Shape;1070;p41"/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1" name="Google Shape;1071;p41"/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2" name="Google Shape;1072;p41"/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73" name="Google Shape;1073;p41"/>
          <p:cNvSpPr/>
          <p:nvPr/>
        </p:nvSpPr>
        <p:spPr>
          <a:xfrm rot="5400000">
            <a:off x="-2137933" y="1641385"/>
            <a:ext cx="3101100" cy="3101100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235043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>
          <a:extLst>
            <a:ext uri="{FF2B5EF4-FFF2-40B4-BE49-F238E27FC236}">
              <a16:creationId xmlns:a16="http://schemas.microsoft.com/office/drawing/2014/main" id="{13EE3666-D2FD-FE19-7F5A-731A4248D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1">
            <a:extLst>
              <a:ext uri="{FF2B5EF4-FFF2-40B4-BE49-F238E27FC236}">
                <a16:creationId xmlns:a16="http://schemas.microsoft.com/office/drawing/2014/main" id="{CEC596F1-65A0-6C5B-0E23-E31AFF8C70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1941" y="901679"/>
            <a:ext cx="7419459" cy="426032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800">
                <a:latin typeface="Montserrat Bold"/>
              </a:rPr>
              <a:t>• </a:t>
            </a:r>
            <a:r>
              <a:rPr lang="en" sz="1800" err="1">
                <a:latin typeface="Montserrat Bold"/>
              </a:rPr>
              <a:t>TechSales</a:t>
            </a:r>
            <a:r>
              <a:rPr lang="en" sz="1800">
                <a:latin typeface="Montserrat Bold"/>
              </a:rPr>
              <a:t> est un site web </a:t>
            </a:r>
            <a:r>
              <a:rPr lang="en" sz="1800" err="1">
                <a:latin typeface="Montserrat Bold"/>
              </a:rPr>
              <a:t>transactionnel</a:t>
            </a:r>
            <a:r>
              <a:rPr lang="en" sz="1800">
                <a:latin typeface="Montserrat Bold"/>
              </a:rPr>
              <a:t> pour la vente de </a:t>
            </a:r>
            <a:r>
              <a:rPr lang="en" sz="1800" err="1">
                <a:latin typeface="Montserrat Bold"/>
              </a:rPr>
              <a:t>produits</a:t>
            </a:r>
            <a:r>
              <a:rPr lang="en" sz="1800">
                <a:latin typeface="Montserrat Bold"/>
              </a:rPr>
              <a:t> </a:t>
            </a:r>
            <a:r>
              <a:rPr lang="en" sz="1800" err="1">
                <a:latin typeface="Montserrat Bold"/>
              </a:rPr>
              <a:t>technologiques</a:t>
            </a:r>
            <a:r>
              <a:rPr lang="en" sz="1800">
                <a:latin typeface="Montserrat Bold"/>
              </a:rPr>
              <a:t>.</a:t>
            </a:r>
            <a:endParaRPr lang="en-US" sz="1800">
              <a:latin typeface="Montserrat Bold"/>
            </a:endParaRPr>
          </a:p>
          <a:p>
            <a:endParaRPr lang="en" sz="1800">
              <a:latin typeface="Montserrat Bold"/>
            </a:endParaRPr>
          </a:p>
          <a:p>
            <a:r>
              <a:rPr lang="en" sz="1800">
                <a:latin typeface="Montserrat Bold"/>
              </a:rPr>
              <a:t>• Le site </a:t>
            </a:r>
            <a:r>
              <a:rPr lang="en" sz="1800" err="1">
                <a:latin typeface="Montserrat Bold"/>
              </a:rPr>
              <a:t>permet</a:t>
            </a:r>
            <a:r>
              <a:rPr lang="en" sz="1800">
                <a:latin typeface="Montserrat Bold"/>
              </a:rPr>
              <a:t> aux clients de consulter les </a:t>
            </a:r>
            <a:r>
              <a:rPr lang="en" sz="1800" err="1">
                <a:latin typeface="Montserrat Bold"/>
              </a:rPr>
              <a:t>produits</a:t>
            </a:r>
            <a:r>
              <a:rPr lang="en" sz="1800">
                <a:latin typeface="Montserrat Bold"/>
              </a:rPr>
              <a:t>, </a:t>
            </a:r>
            <a:r>
              <a:rPr lang="en" sz="1800" err="1">
                <a:latin typeface="Montserrat Bold"/>
              </a:rPr>
              <a:t>créer</a:t>
            </a:r>
            <a:r>
              <a:rPr lang="en" sz="1800">
                <a:latin typeface="Montserrat Bold"/>
              </a:rPr>
              <a:t> un compte, se connecter, </a:t>
            </a:r>
            <a:r>
              <a:rPr lang="en" sz="1800" err="1">
                <a:latin typeface="Montserrat Bold"/>
              </a:rPr>
              <a:t>gérer</a:t>
            </a:r>
            <a:r>
              <a:rPr lang="en" sz="1800">
                <a:latin typeface="Montserrat Bold"/>
              </a:rPr>
              <a:t> </a:t>
            </a:r>
            <a:r>
              <a:rPr lang="en" sz="1800" err="1">
                <a:latin typeface="Montserrat Bold"/>
              </a:rPr>
              <a:t>leur</a:t>
            </a:r>
            <a:r>
              <a:rPr lang="en" sz="1800">
                <a:latin typeface="Montserrat Bold"/>
              </a:rPr>
              <a:t> panier et passer </a:t>
            </a:r>
            <a:r>
              <a:rPr lang="en" sz="1800" err="1">
                <a:latin typeface="Montserrat Bold"/>
              </a:rPr>
              <a:t>une</a:t>
            </a:r>
            <a:r>
              <a:rPr lang="en" sz="1800">
                <a:latin typeface="Montserrat Bold"/>
              </a:rPr>
              <a:t> </a:t>
            </a:r>
            <a:r>
              <a:rPr lang="en" sz="1800" err="1">
                <a:latin typeface="Montserrat Bold"/>
              </a:rPr>
              <a:t>commande</a:t>
            </a:r>
            <a:r>
              <a:rPr lang="en" sz="1800">
                <a:latin typeface="Montserrat Bold"/>
              </a:rPr>
              <a:t>.</a:t>
            </a:r>
          </a:p>
          <a:p>
            <a:endParaRPr lang="en" sz="1800">
              <a:latin typeface="Montserrat Bold"/>
            </a:endParaRPr>
          </a:p>
          <a:p>
            <a:r>
              <a:rPr lang="en" sz="1800">
                <a:latin typeface="Montserrat Bold"/>
              </a:rPr>
              <a:t>• Le </a:t>
            </a:r>
            <a:r>
              <a:rPr lang="en" sz="1800" err="1">
                <a:latin typeface="Montserrat Bold"/>
              </a:rPr>
              <a:t>projet</a:t>
            </a:r>
            <a:r>
              <a:rPr lang="en" sz="1800">
                <a:latin typeface="Montserrat Bold"/>
              </a:rPr>
              <a:t> </a:t>
            </a:r>
            <a:r>
              <a:rPr lang="en" sz="1800" err="1">
                <a:latin typeface="Montserrat Bold"/>
              </a:rPr>
              <a:t>contient</a:t>
            </a:r>
            <a:r>
              <a:rPr lang="en" sz="1800">
                <a:latin typeface="Montserrat Bold"/>
              </a:rPr>
              <a:t> </a:t>
            </a:r>
            <a:r>
              <a:rPr lang="en" sz="1800" err="1">
                <a:latin typeface="Montserrat Bold"/>
              </a:rPr>
              <a:t>aussi</a:t>
            </a:r>
            <a:r>
              <a:rPr lang="en" sz="1800">
                <a:latin typeface="Montserrat Bold"/>
              </a:rPr>
              <a:t> </a:t>
            </a:r>
            <a:r>
              <a:rPr lang="en" sz="1800" err="1">
                <a:latin typeface="Montserrat Bold"/>
              </a:rPr>
              <a:t>une</a:t>
            </a:r>
            <a:r>
              <a:rPr lang="en" sz="1800">
                <a:latin typeface="Montserrat Bold"/>
              </a:rPr>
              <a:t> section </a:t>
            </a:r>
            <a:r>
              <a:rPr lang="en" sz="1800" err="1">
                <a:latin typeface="Montserrat Bold"/>
              </a:rPr>
              <a:t>administrateur</a:t>
            </a:r>
            <a:r>
              <a:rPr lang="en" sz="1800">
                <a:latin typeface="Montserrat Bold"/>
              </a:rPr>
              <a:t> pour </a:t>
            </a:r>
            <a:r>
              <a:rPr lang="en" sz="1800" err="1">
                <a:latin typeface="Montserrat Bold"/>
              </a:rPr>
              <a:t>gérer</a:t>
            </a:r>
            <a:r>
              <a:rPr lang="en" sz="1800">
                <a:latin typeface="Montserrat Bold"/>
              </a:rPr>
              <a:t> </a:t>
            </a:r>
            <a:r>
              <a:rPr lang="en" sz="1800" err="1">
                <a:latin typeface="Montserrat Bold"/>
              </a:rPr>
              <a:t>certaines</a:t>
            </a:r>
            <a:r>
              <a:rPr lang="en" sz="1800">
                <a:latin typeface="Montserrat Bold"/>
              </a:rPr>
              <a:t> données du site.</a:t>
            </a:r>
          </a:p>
          <a:p>
            <a:endParaRPr lang="en" sz="1800">
              <a:latin typeface="Montserrat Bold"/>
            </a:endParaRPr>
          </a:p>
          <a:p>
            <a:r>
              <a:rPr lang="en" sz="1800">
                <a:latin typeface="Montserrat Bold"/>
              </a:rPr>
              <a:t>• </a:t>
            </a:r>
            <a:r>
              <a:rPr lang="en" sz="1800" err="1">
                <a:latin typeface="Montserrat Bold"/>
              </a:rPr>
              <a:t>L’application</a:t>
            </a:r>
            <a:r>
              <a:rPr lang="en" sz="1800">
                <a:latin typeface="Montserrat Bold"/>
              </a:rPr>
              <a:t> est </a:t>
            </a:r>
            <a:r>
              <a:rPr lang="en" sz="1800" err="1">
                <a:latin typeface="Montserrat Bold"/>
              </a:rPr>
              <a:t>développée</a:t>
            </a:r>
            <a:r>
              <a:rPr lang="en" sz="1800">
                <a:latin typeface="Montserrat Bold"/>
              </a:rPr>
              <a:t> avec React pour le frontend, Express pour le backend et MongoDB pour la base de données.</a:t>
            </a:r>
          </a:p>
          <a:p>
            <a:endParaRPr lang="en" sz="1800">
              <a:latin typeface="Montserrat Bold"/>
            </a:endParaRPr>
          </a:p>
          <a:p>
            <a:r>
              <a:rPr lang="en" sz="1800">
                <a:latin typeface="Montserrat Bold"/>
              </a:rPr>
              <a:t>• Le </a:t>
            </a:r>
            <a:r>
              <a:rPr lang="en" sz="1800" err="1">
                <a:latin typeface="Montserrat Bold"/>
              </a:rPr>
              <a:t>projet</a:t>
            </a:r>
            <a:r>
              <a:rPr lang="en" sz="1800">
                <a:latin typeface="Montserrat Bold"/>
              </a:rPr>
              <a:t> a </a:t>
            </a:r>
            <a:r>
              <a:rPr lang="en" sz="1800" err="1">
                <a:latin typeface="Montserrat Bold"/>
              </a:rPr>
              <a:t>été</a:t>
            </a:r>
            <a:r>
              <a:rPr lang="en" sz="1800">
                <a:latin typeface="Montserrat Bold"/>
              </a:rPr>
              <a:t> </a:t>
            </a:r>
            <a:r>
              <a:rPr lang="en" sz="1800" err="1">
                <a:latin typeface="Montserrat Bold"/>
              </a:rPr>
              <a:t>divisé</a:t>
            </a:r>
            <a:r>
              <a:rPr lang="en" sz="1800">
                <a:latin typeface="Montserrat Bold"/>
              </a:rPr>
              <a:t> entre les </a:t>
            </a:r>
            <a:r>
              <a:rPr lang="en" sz="1800" err="1">
                <a:latin typeface="Montserrat Bold"/>
              </a:rPr>
              <a:t>membres</a:t>
            </a:r>
            <a:r>
              <a:rPr lang="en" sz="1800">
                <a:latin typeface="Montserrat Bold"/>
              </a:rPr>
              <a:t> de </a:t>
            </a:r>
            <a:r>
              <a:rPr lang="en" sz="1800" err="1">
                <a:latin typeface="Montserrat Bold"/>
              </a:rPr>
              <a:t>l’équipe</a:t>
            </a:r>
            <a:r>
              <a:rPr lang="en" sz="1800">
                <a:latin typeface="Montserrat Bold"/>
              </a:rPr>
              <a:t> </a:t>
            </a:r>
            <a:r>
              <a:rPr lang="en" sz="1800" err="1">
                <a:latin typeface="Montserrat Bold"/>
              </a:rPr>
              <a:t>selon</a:t>
            </a:r>
            <a:r>
              <a:rPr lang="en" sz="1800">
                <a:latin typeface="Montserrat Bold"/>
              </a:rPr>
              <a:t> les </a:t>
            </a:r>
            <a:r>
              <a:rPr lang="en" sz="1800" err="1">
                <a:latin typeface="Montserrat Bold"/>
              </a:rPr>
              <a:t>fonctionnalités</a:t>
            </a:r>
            <a:r>
              <a:rPr lang="en" sz="1800">
                <a:latin typeface="Montserrat Bold"/>
              </a:rPr>
              <a:t> : </a:t>
            </a:r>
            <a:r>
              <a:rPr lang="en" sz="1800" err="1">
                <a:latin typeface="Montserrat Bold"/>
              </a:rPr>
              <a:t>produits</a:t>
            </a:r>
            <a:r>
              <a:rPr lang="en" sz="1800">
                <a:latin typeface="Montserrat Bold"/>
              </a:rPr>
              <a:t>, panier, </a:t>
            </a:r>
            <a:r>
              <a:rPr lang="en" sz="1800" err="1">
                <a:latin typeface="Montserrat Bold"/>
              </a:rPr>
              <a:t>commande</a:t>
            </a:r>
            <a:r>
              <a:rPr lang="en" sz="1800">
                <a:latin typeface="Montserrat Bold"/>
              </a:rPr>
              <a:t>, </a:t>
            </a:r>
            <a:r>
              <a:rPr lang="en" sz="1800" err="1">
                <a:latin typeface="Montserrat Bold"/>
              </a:rPr>
              <a:t>comptes</a:t>
            </a:r>
            <a:r>
              <a:rPr lang="en" sz="1800">
                <a:latin typeface="Montserrat Bold"/>
              </a:rPr>
              <a:t> </a:t>
            </a:r>
            <a:r>
              <a:rPr lang="en" sz="1800" err="1">
                <a:latin typeface="Montserrat Bold"/>
              </a:rPr>
              <a:t>utilisateurs</a:t>
            </a:r>
            <a:r>
              <a:rPr lang="en" sz="1800">
                <a:latin typeface="Montserrat Bold"/>
              </a:rPr>
              <a:t> et administration.</a:t>
            </a:r>
          </a:p>
        </p:txBody>
      </p:sp>
      <p:grpSp>
        <p:nvGrpSpPr>
          <p:cNvPr id="1058" name="Google Shape;1058;p41">
            <a:extLst>
              <a:ext uri="{FF2B5EF4-FFF2-40B4-BE49-F238E27FC236}">
                <a16:creationId xmlns:a16="http://schemas.microsoft.com/office/drawing/2014/main" id="{3F32C945-2660-E7D2-69C4-2CD83270DB85}"/>
              </a:ext>
            </a:extLst>
          </p:cNvPr>
          <p:cNvGrpSpPr/>
          <p:nvPr/>
        </p:nvGrpSpPr>
        <p:grpSpPr>
          <a:xfrm>
            <a:off x="10411734" y="4538067"/>
            <a:ext cx="1314833" cy="2794000"/>
            <a:chOff x="7631225" y="2241175"/>
            <a:chExt cx="986125" cy="2095500"/>
          </a:xfrm>
        </p:grpSpPr>
        <p:cxnSp>
          <p:nvCxnSpPr>
            <p:cNvPr id="1059" name="Google Shape;1059;p41">
              <a:extLst>
                <a:ext uri="{FF2B5EF4-FFF2-40B4-BE49-F238E27FC236}">
                  <a16:creationId xmlns:a16="http://schemas.microsoft.com/office/drawing/2014/main" id="{00F95273-5650-EA8C-81EB-B5E68C646767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0" name="Google Shape;1060;p41">
              <a:extLst>
                <a:ext uri="{FF2B5EF4-FFF2-40B4-BE49-F238E27FC236}">
                  <a16:creationId xmlns:a16="http://schemas.microsoft.com/office/drawing/2014/main" id="{42F2DE38-C9D3-5D3A-509F-7DDD7155BF02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1" name="Google Shape;1061;p41">
              <a:extLst>
                <a:ext uri="{FF2B5EF4-FFF2-40B4-BE49-F238E27FC236}">
                  <a16:creationId xmlns:a16="http://schemas.microsoft.com/office/drawing/2014/main" id="{EA760495-36FC-31D7-3043-24665B12A1CC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2" name="Google Shape;1062;p41">
              <a:extLst>
                <a:ext uri="{FF2B5EF4-FFF2-40B4-BE49-F238E27FC236}">
                  <a16:creationId xmlns:a16="http://schemas.microsoft.com/office/drawing/2014/main" id="{A18C7BA8-7169-E3CD-4C23-939347460BCC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3" name="Google Shape;1063;p41">
              <a:extLst>
                <a:ext uri="{FF2B5EF4-FFF2-40B4-BE49-F238E27FC236}">
                  <a16:creationId xmlns:a16="http://schemas.microsoft.com/office/drawing/2014/main" id="{657AECB7-6E52-6AEF-1301-59A14344B038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4" name="Google Shape;1064;p41">
              <a:extLst>
                <a:ext uri="{FF2B5EF4-FFF2-40B4-BE49-F238E27FC236}">
                  <a16:creationId xmlns:a16="http://schemas.microsoft.com/office/drawing/2014/main" id="{8E42082C-486A-EB2F-5E24-56E9FA6F5561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5" name="Google Shape;1065;p41">
              <a:extLst>
                <a:ext uri="{FF2B5EF4-FFF2-40B4-BE49-F238E27FC236}">
                  <a16:creationId xmlns:a16="http://schemas.microsoft.com/office/drawing/2014/main" id="{86A9DAA5-49D2-D100-8E22-F82AA3D16A74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41">
              <a:extLst>
                <a:ext uri="{FF2B5EF4-FFF2-40B4-BE49-F238E27FC236}">
                  <a16:creationId xmlns:a16="http://schemas.microsoft.com/office/drawing/2014/main" id="{6983B68C-771F-9258-A251-B0BED93AF359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7" name="Google Shape;1067;p41">
              <a:extLst>
                <a:ext uri="{FF2B5EF4-FFF2-40B4-BE49-F238E27FC236}">
                  <a16:creationId xmlns:a16="http://schemas.microsoft.com/office/drawing/2014/main" id="{CE50D452-2078-221A-F5B1-D90FCD12159C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8" name="Google Shape;1068;p41">
              <a:extLst>
                <a:ext uri="{FF2B5EF4-FFF2-40B4-BE49-F238E27FC236}">
                  <a16:creationId xmlns:a16="http://schemas.microsoft.com/office/drawing/2014/main" id="{3AAD2662-EAF9-330F-60EB-939885199432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9" name="Google Shape;1069;p41">
              <a:extLst>
                <a:ext uri="{FF2B5EF4-FFF2-40B4-BE49-F238E27FC236}">
                  <a16:creationId xmlns:a16="http://schemas.microsoft.com/office/drawing/2014/main" id="{07B6A413-96C9-F55B-797E-D160E4BE2ECD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0" name="Google Shape;1070;p41">
              <a:extLst>
                <a:ext uri="{FF2B5EF4-FFF2-40B4-BE49-F238E27FC236}">
                  <a16:creationId xmlns:a16="http://schemas.microsoft.com/office/drawing/2014/main" id="{95265284-3157-0B48-0048-72D2362D39F9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1" name="Google Shape;1071;p41">
              <a:extLst>
                <a:ext uri="{FF2B5EF4-FFF2-40B4-BE49-F238E27FC236}">
                  <a16:creationId xmlns:a16="http://schemas.microsoft.com/office/drawing/2014/main" id="{17BFA6FE-DA78-408A-FC8E-6EB36BBBFEBC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2" name="Google Shape;1072;p41">
              <a:extLst>
                <a:ext uri="{FF2B5EF4-FFF2-40B4-BE49-F238E27FC236}">
                  <a16:creationId xmlns:a16="http://schemas.microsoft.com/office/drawing/2014/main" id="{30A46496-65DB-438B-5BD0-47F4DCC8D8B7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73" name="Google Shape;1073;p41">
            <a:extLst>
              <a:ext uri="{FF2B5EF4-FFF2-40B4-BE49-F238E27FC236}">
                <a16:creationId xmlns:a16="http://schemas.microsoft.com/office/drawing/2014/main" id="{474E72CE-6D6E-5EB7-1054-B3C474BE50CD}"/>
              </a:ext>
            </a:extLst>
          </p:cNvPr>
          <p:cNvSpPr/>
          <p:nvPr/>
        </p:nvSpPr>
        <p:spPr>
          <a:xfrm rot="5400000">
            <a:off x="-2137933" y="1641385"/>
            <a:ext cx="3101100" cy="3101100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1644293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>
          <a:extLst>
            <a:ext uri="{FF2B5EF4-FFF2-40B4-BE49-F238E27FC236}">
              <a16:creationId xmlns:a16="http://schemas.microsoft.com/office/drawing/2014/main" id="{060CAC24-B456-DF66-67B7-1AC159F06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1">
            <a:extLst>
              <a:ext uri="{FF2B5EF4-FFF2-40B4-BE49-F238E27FC236}">
                <a16:creationId xmlns:a16="http://schemas.microsoft.com/office/drawing/2014/main" id="{E784224D-3920-5370-BAA6-F416433F8A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9267" y="3157807"/>
            <a:ext cx="6724059" cy="200419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7050">
                <a:latin typeface="Montserrat Bold"/>
              </a:rPr>
              <a:t>Technologies et packages</a:t>
            </a:r>
            <a:endParaRPr lang="en-US"/>
          </a:p>
        </p:txBody>
      </p:sp>
      <p:sp>
        <p:nvSpPr>
          <p:cNvPr id="1057" name="Google Shape;1057;p41">
            <a:extLst>
              <a:ext uri="{FF2B5EF4-FFF2-40B4-BE49-F238E27FC236}">
                <a16:creationId xmlns:a16="http://schemas.microsoft.com/office/drawing/2014/main" id="{FB299BC7-32EA-57B7-E6AD-557AB0ADCE7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69800" y="1696000"/>
            <a:ext cx="1452400" cy="145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latin typeface="Montserrat Bold"/>
              </a:rPr>
              <a:t>03</a:t>
            </a:r>
            <a:endParaRPr>
              <a:latin typeface="Montserrat Bold"/>
            </a:endParaRPr>
          </a:p>
        </p:txBody>
      </p:sp>
      <p:grpSp>
        <p:nvGrpSpPr>
          <p:cNvPr id="1058" name="Google Shape;1058;p41">
            <a:extLst>
              <a:ext uri="{FF2B5EF4-FFF2-40B4-BE49-F238E27FC236}">
                <a16:creationId xmlns:a16="http://schemas.microsoft.com/office/drawing/2014/main" id="{D09298B8-FEEC-B783-2E9F-8821697AFA92}"/>
              </a:ext>
            </a:extLst>
          </p:cNvPr>
          <p:cNvGrpSpPr/>
          <p:nvPr/>
        </p:nvGrpSpPr>
        <p:grpSpPr>
          <a:xfrm>
            <a:off x="10411734" y="4538067"/>
            <a:ext cx="1314833" cy="2794000"/>
            <a:chOff x="7631225" y="2241175"/>
            <a:chExt cx="986125" cy="2095500"/>
          </a:xfrm>
        </p:grpSpPr>
        <p:cxnSp>
          <p:nvCxnSpPr>
            <p:cNvPr id="1059" name="Google Shape;1059;p41">
              <a:extLst>
                <a:ext uri="{FF2B5EF4-FFF2-40B4-BE49-F238E27FC236}">
                  <a16:creationId xmlns:a16="http://schemas.microsoft.com/office/drawing/2014/main" id="{0C936AF3-C73E-24C0-921A-71178B7D9A33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0" name="Google Shape;1060;p41">
              <a:extLst>
                <a:ext uri="{FF2B5EF4-FFF2-40B4-BE49-F238E27FC236}">
                  <a16:creationId xmlns:a16="http://schemas.microsoft.com/office/drawing/2014/main" id="{4CEF26E4-F448-A00A-AD18-10FF9293A276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1" name="Google Shape;1061;p41">
              <a:extLst>
                <a:ext uri="{FF2B5EF4-FFF2-40B4-BE49-F238E27FC236}">
                  <a16:creationId xmlns:a16="http://schemas.microsoft.com/office/drawing/2014/main" id="{37B4C41A-6019-4837-3C88-DD817DC2C0EE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2" name="Google Shape;1062;p41">
              <a:extLst>
                <a:ext uri="{FF2B5EF4-FFF2-40B4-BE49-F238E27FC236}">
                  <a16:creationId xmlns:a16="http://schemas.microsoft.com/office/drawing/2014/main" id="{CEC2EB41-5DDC-75E9-894D-19BCFCD2C92D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3" name="Google Shape;1063;p41">
              <a:extLst>
                <a:ext uri="{FF2B5EF4-FFF2-40B4-BE49-F238E27FC236}">
                  <a16:creationId xmlns:a16="http://schemas.microsoft.com/office/drawing/2014/main" id="{0EC7F959-7531-DC9D-085F-4FCB28CD7891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4" name="Google Shape;1064;p41">
              <a:extLst>
                <a:ext uri="{FF2B5EF4-FFF2-40B4-BE49-F238E27FC236}">
                  <a16:creationId xmlns:a16="http://schemas.microsoft.com/office/drawing/2014/main" id="{10A35D05-E186-6FFA-0294-EB09E8984507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5" name="Google Shape;1065;p41">
              <a:extLst>
                <a:ext uri="{FF2B5EF4-FFF2-40B4-BE49-F238E27FC236}">
                  <a16:creationId xmlns:a16="http://schemas.microsoft.com/office/drawing/2014/main" id="{45FA1BA5-02DD-B381-ED03-5DE584657897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41">
              <a:extLst>
                <a:ext uri="{FF2B5EF4-FFF2-40B4-BE49-F238E27FC236}">
                  <a16:creationId xmlns:a16="http://schemas.microsoft.com/office/drawing/2014/main" id="{C35CB35E-425B-9E97-94D5-1EC3B6552513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7" name="Google Shape;1067;p41">
              <a:extLst>
                <a:ext uri="{FF2B5EF4-FFF2-40B4-BE49-F238E27FC236}">
                  <a16:creationId xmlns:a16="http://schemas.microsoft.com/office/drawing/2014/main" id="{905781E8-55AF-B6B4-5CA9-C406B1AFB9A4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8" name="Google Shape;1068;p41">
              <a:extLst>
                <a:ext uri="{FF2B5EF4-FFF2-40B4-BE49-F238E27FC236}">
                  <a16:creationId xmlns:a16="http://schemas.microsoft.com/office/drawing/2014/main" id="{902B73C2-6F5C-F751-C86D-2CD829E57AD0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9" name="Google Shape;1069;p41">
              <a:extLst>
                <a:ext uri="{FF2B5EF4-FFF2-40B4-BE49-F238E27FC236}">
                  <a16:creationId xmlns:a16="http://schemas.microsoft.com/office/drawing/2014/main" id="{312ED37D-B7A5-490A-943B-6C83C30159B8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0" name="Google Shape;1070;p41">
              <a:extLst>
                <a:ext uri="{FF2B5EF4-FFF2-40B4-BE49-F238E27FC236}">
                  <a16:creationId xmlns:a16="http://schemas.microsoft.com/office/drawing/2014/main" id="{2F5DD3A3-385D-165E-417A-6E1E538008BB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1" name="Google Shape;1071;p41">
              <a:extLst>
                <a:ext uri="{FF2B5EF4-FFF2-40B4-BE49-F238E27FC236}">
                  <a16:creationId xmlns:a16="http://schemas.microsoft.com/office/drawing/2014/main" id="{507CED5A-36AB-C3C5-3554-20B50A29ADCD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2" name="Google Shape;1072;p41">
              <a:extLst>
                <a:ext uri="{FF2B5EF4-FFF2-40B4-BE49-F238E27FC236}">
                  <a16:creationId xmlns:a16="http://schemas.microsoft.com/office/drawing/2014/main" id="{68F6B7EA-AA76-C15D-CF11-21CDB4A16CB4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73" name="Google Shape;1073;p41">
            <a:extLst>
              <a:ext uri="{FF2B5EF4-FFF2-40B4-BE49-F238E27FC236}">
                <a16:creationId xmlns:a16="http://schemas.microsoft.com/office/drawing/2014/main" id="{0BEE7C44-AEB3-BFA4-4114-379A1F100E14}"/>
              </a:ext>
            </a:extLst>
          </p:cNvPr>
          <p:cNvSpPr/>
          <p:nvPr/>
        </p:nvSpPr>
        <p:spPr>
          <a:xfrm rot="5400000">
            <a:off x="-2137933" y="1641385"/>
            <a:ext cx="3101100" cy="3101100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239477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>
          <a:extLst>
            <a:ext uri="{FF2B5EF4-FFF2-40B4-BE49-F238E27FC236}">
              <a16:creationId xmlns:a16="http://schemas.microsoft.com/office/drawing/2014/main" id="{060CAC24-B456-DF66-67B7-1AC159F06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8" name="Google Shape;1058;p41">
            <a:extLst>
              <a:ext uri="{FF2B5EF4-FFF2-40B4-BE49-F238E27FC236}">
                <a16:creationId xmlns:a16="http://schemas.microsoft.com/office/drawing/2014/main" id="{D09298B8-FEEC-B783-2E9F-8821697AFA92}"/>
              </a:ext>
            </a:extLst>
          </p:cNvPr>
          <p:cNvGrpSpPr/>
          <p:nvPr/>
        </p:nvGrpSpPr>
        <p:grpSpPr>
          <a:xfrm>
            <a:off x="10411734" y="4538067"/>
            <a:ext cx="1314833" cy="2794000"/>
            <a:chOff x="7631225" y="2241175"/>
            <a:chExt cx="986125" cy="2095500"/>
          </a:xfrm>
        </p:grpSpPr>
        <p:cxnSp>
          <p:nvCxnSpPr>
            <p:cNvPr id="1059" name="Google Shape;1059;p41">
              <a:extLst>
                <a:ext uri="{FF2B5EF4-FFF2-40B4-BE49-F238E27FC236}">
                  <a16:creationId xmlns:a16="http://schemas.microsoft.com/office/drawing/2014/main" id="{0C936AF3-C73E-24C0-921A-71178B7D9A33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0" name="Google Shape;1060;p41">
              <a:extLst>
                <a:ext uri="{FF2B5EF4-FFF2-40B4-BE49-F238E27FC236}">
                  <a16:creationId xmlns:a16="http://schemas.microsoft.com/office/drawing/2014/main" id="{4CEF26E4-F448-A00A-AD18-10FF9293A276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1" name="Google Shape;1061;p41">
              <a:extLst>
                <a:ext uri="{FF2B5EF4-FFF2-40B4-BE49-F238E27FC236}">
                  <a16:creationId xmlns:a16="http://schemas.microsoft.com/office/drawing/2014/main" id="{37B4C41A-6019-4837-3C88-DD817DC2C0EE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2" name="Google Shape;1062;p41">
              <a:extLst>
                <a:ext uri="{FF2B5EF4-FFF2-40B4-BE49-F238E27FC236}">
                  <a16:creationId xmlns:a16="http://schemas.microsoft.com/office/drawing/2014/main" id="{CEC2EB41-5DDC-75E9-894D-19BCFCD2C92D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3" name="Google Shape;1063;p41">
              <a:extLst>
                <a:ext uri="{FF2B5EF4-FFF2-40B4-BE49-F238E27FC236}">
                  <a16:creationId xmlns:a16="http://schemas.microsoft.com/office/drawing/2014/main" id="{0EC7F959-7531-DC9D-085F-4FCB28CD7891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4" name="Google Shape;1064;p41">
              <a:extLst>
                <a:ext uri="{FF2B5EF4-FFF2-40B4-BE49-F238E27FC236}">
                  <a16:creationId xmlns:a16="http://schemas.microsoft.com/office/drawing/2014/main" id="{10A35D05-E186-6FFA-0294-EB09E8984507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5" name="Google Shape;1065;p41">
              <a:extLst>
                <a:ext uri="{FF2B5EF4-FFF2-40B4-BE49-F238E27FC236}">
                  <a16:creationId xmlns:a16="http://schemas.microsoft.com/office/drawing/2014/main" id="{45FA1BA5-02DD-B381-ED03-5DE584657897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41">
              <a:extLst>
                <a:ext uri="{FF2B5EF4-FFF2-40B4-BE49-F238E27FC236}">
                  <a16:creationId xmlns:a16="http://schemas.microsoft.com/office/drawing/2014/main" id="{C35CB35E-425B-9E97-94D5-1EC3B6552513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7" name="Google Shape;1067;p41">
              <a:extLst>
                <a:ext uri="{FF2B5EF4-FFF2-40B4-BE49-F238E27FC236}">
                  <a16:creationId xmlns:a16="http://schemas.microsoft.com/office/drawing/2014/main" id="{905781E8-55AF-B6B4-5CA9-C406B1AFB9A4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8" name="Google Shape;1068;p41">
              <a:extLst>
                <a:ext uri="{FF2B5EF4-FFF2-40B4-BE49-F238E27FC236}">
                  <a16:creationId xmlns:a16="http://schemas.microsoft.com/office/drawing/2014/main" id="{902B73C2-6F5C-F751-C86D-2CD829E57AD0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9" name="Google Shape;1069;p41">
              <a:extLst>
                <a:ext uri="{FF2B5EF4-FFF2-40B4-BE49-F238E27FC236}">
                  <a16:creationId xmlns:a16="http://schemas.microsoft.com/office/drawing/2014/main" id="{312ED37D-B7A5-490A-943B-6C83C30159B8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0" name="Google Shape;1070;p41">
              <a:extLst>
                <a:ext uri="{FF2B5EF4-FFF2-40B4-BE49-F238E27FC236}">
                  <a16:creationId xmlns:a16="http://schemas.microsoft.com/office/drawing/2014/main" id="{2F5DD3A3-385D-165E-417A-6E1E538008BB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1" name="Google Shape;1071;p41">
              <a:extLst>
                <a:ext uri="{FF2B5EF4-FFF2-40B4-BE49-F238E27FC236}">
                  <a16:creationId xmlns:a16="http://schemas.microsoft.com/office/drawing/2014/main" id="{507CED5A-36AB-C3C5-3554-20B50A29ADCD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2" name="Google Shape;1072;p41">
              <a:extLst>
                <a:ext uri="{FF2B5EF4-FFF2-40B4-BE49-F238E27FC236}">
                  <a16:creationId xmlns:a16="http://schemas.microsoft.com/office/drawing/2014/main" id="{68F6B7EA-AA76-C15D-CF11-21CDB4A16CB4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3" name="Picture 22" descr="A blue and black symbol&#10;&#10;AI-generated content may be incorrect.">
            <a:extLst>
              <a:ext uri="{FF2B5EF4-FFF2-40B4-BE49-F238E27FC236}">
                <a16:creationId xmlns:a16="http://schemas.microsoft.com/office/drawing/2014/main" id="{7F823967-A957-B19F-6E64-192A8088B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69" y="1512742"/>
            <a:ext cx="1496385" cy="1494437"/>
          </a:xfrm>
          <a:prstGeom prst="rect">
            <a:avLst/>
          </a:prstGeom>
        </p:spPr>
      </p:pic>
      <p:pic>
        <p:nvPicPr>
          <p:cNvPr id="25" name="Picture 24" descr="A colorful triangle with lightning bolt in the middle&#10;&#10;AI-generated content may be incorrect.">
            <a:extLst>
              <a:ext uri="{FF2B5EF4-FFF2-40B4-BE49-F238E27FC236}">
                <a16:creationId xmlns:a16="http://schemas.microsoft.com/office/drawing/2014/main" id="{B0B0687F-D402-4C9B-779B-4BFB23F26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69" y="3554245"/>
            <a:ext cx="1518530" cy="1494437"/>
          </a:xfrm>
          <a:prstGeom prst="rect">
            <a:avLst/>
          </a:prstGeom>
        </p:spPr>
      </p:pic>
      <p:pic>
        <p:nvPicPr>
          <p:cNvPr id="27" name="Picture 26" descr="A black and white logo&#10;&#10;AI-generated content may be incorrect.">
            <a:extLst>
              <a:ext uri="{FF2B5EF4-FFF2-40B4-BE49-F238E27FC236}">
                <a16:creationId xmlns:a16="http://schemas.microsoft.com/office/drawing/2014/main" id="{911F49C6-74DB-8202-DD6E-399968D989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7665" y="790794"/>
            <a:ext cx="2958235" cy="921924"/>
          </a:xfrm>
          <a:prstGeom prst="rect">
            <a:avLst/>
          </a:prstGeom>
        </p:spPr>
      </p:pic>
      <p:pic>
        <p:nvPicPr>
          <p:cNvPr id="29" name="Picture 28" descr="A green leaf with brown text&#10;&#10;AI-generated content may be incorrect.">
            <a:extLst>
              <a:ext uri="{FF2B5EF4-FFF2-40B4-BE49-F238E27FC236}">
                <a16:creationId xmlns:a16="http://schemas.microsoft.com/office/drawing/2014/main" id="{4B69F055-11CF-7AE2-4AC2-88FC922F37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9372" y="3900804"/>
            <a:ext cx="2628198" cy="2581161"/>
          </a:xfrm>
          <a:prstGeom prst="rect">
            <a:avLst/>
          </a:prstGeom>
        </p:spPr>
      </p:pic>
      <p:pic>
        <p:nvPicPr>
          <p:cNvPr id="31" name="Picture 30" descr="Use Docker to template local database | Ruby &amp; Beyond">
            <a:extLst>
              <a:ext uri="{FF2B5EF4-FFF2-40B4-BE49-F238E27FC236}">
                <a16:creationId xmlns:a16="http://schemas.microsoft.com/office/drawing/2014/main" id="{F85347B1-418E-D9ED-17AD-08D726FF1D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1481" y="2936286"/>
            <a:ext cx="2521186" cy="1916760"/>
          </a:xfrm>
          <a:prstGeom prst="rect">
            <a:avLst/>
          </a:prstGeom>
        </p:spPr>
      </p:pic>
      <p:pic>
        <p:nvPicPr>
          <p:cNvPr id="33" name="Picture 32" descr="GitHub Logo, symbol, meaning, history, PNG, brand">
            <a:extLst>
              <a:ext uri="{FF2B5EF4-FFF2-40B4-BE49-F238E27FC236}">
                <a16:creationId xmlns:a16="http://schemas.microsoft.com/office/drawing/2014/main" id="{B714E3A2-3BCD-58DE-1B19-2973B0A515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4177" y="4077993"/>
            <a:ext cx="2743200" cy="1543050"/>
          </a:xfrm>
          <a:prstGeom prst="rect">
            <a:avLst/>
          </a:prstGeom>
        </p:spPr>
      </p:pic>
      <p:pic>
        <p:nvPicPr>
          <p:cNvPr id="34" name="Picture 33" descr="MySQL — Wikipédia">
            <a:extLst>
              <a:ext uri="{FF2B5EF4-FFF2-40B4-BE49-F238E27FC236}">
                <a16:creationId xmlns:a16="http://schemas.microsoft.com/office/drawing/2014/main" id="{355E11A4-E0F7-8774-A086-33BF44321C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0161" y="997186"/>
            <a:ext cx="2970212" cy="1808743"/>
          </a:xfrm>
          <a:prstGeom prst="rect">
            <a:avLst/>
          </a:prstGeom>
        </p:spPr>
      </p:pic>
      <p:pic>
        <p:nvPicPr>
          <p:cNvPr id="35" name="Picture 34" descr="Get started with TypeScript on the fly">
            <a:extLst>
              <a:ext uri="{FF2B5EF4-FFF2-40B4-BE49-F238E27FC236}">
                <a16:creationId xmlns:a16="http://schemas.microsoft.com/office/drawing/2014/main" id="{ACEEB2CF-726F-EF2B-CF5B-6573B5A9A34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3110" y="473781"/>
            <a:ext cx="3283186" cy="1658292"/>
          </a:xfrm>
          <a:prstGeom prst="rect">
            <a:avLst/>
          </a:prstGeom>
        </p:spPr>
      </p:pic>
      <p:pic>
        <p:nvPicPr>
          <p:cNvPr id="36" name="Picture 35" descr="Fundamentals of Documenting and Testing with Postman | Konfig">
            <a:extLst>
              <a:ext uri="{FF2B5EF4-FFF2-40B4-BE49-F238E27FC236}">
                <a16:creationId xmlns:a16="http://schemas.microsoft.com/office/drawing/2014/main" id="{0C332C94-1AE4-268F-AA3E-8DC38F5AB5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6844" y="2260451"/>
            <a:ext cx="2743199" cy="1095320"/>
          </a:xfrm>
          <a:prstGeom prst="rect">
            <a:avLst/>
          </a:prstGeom>
        </p:spPr>
      </p:pic>
      <p:pic>
        <p:nvPicPr>
          <p:cNvPr id="37" name="Picture 36" descr="File:Stripe Logo, revised 2016.svg - Wikimedia Commons">
            <a:extLst>
              <a:ext uri="{FF2B5EF4-FFF2-40B4-BE49-F238E27FC236}">
                <a16:creationId xmlns:a16="http://schemas.microsoft.com/office/drawing/2014/main" id="{016AEA2B-57B6-95F7-C7B9-7D9CD96AB3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78944" y="5194182"/>
            <a:ext cx="2619963" cy="1041636"/>
          </a:xfrm>
          <a:prstGeom prst="rect">
            <a:avLst/>
          </a:prstGeom>
        </p:spPr>
      </p:pic>
      <p:pic>
        <p:nvPicPr>
          <p:cNvPr id="38" name="Picture 37" descr="Bootstrap (front-end framework) - Wikipedia">
            <a:extLst>
              <a:ext uri="{FF2B5EF4-FFF2-40B4-BE49-F238E27FC236}">
                <a16:creationId xmlns:a16="http://schemas.microsoft.com/office/drawing/2014/main" id="{2E8B69A1-6012-6E3A-1528-A25A235F062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42443" y="3703400"/>
            <a:ext cx="1251187" cy="1050457"/>
          </a:xfrm>
          <a:prstGeom prst="rect">
            <a:avLst/>
          </a:prstGeom>
        </p:spPr>
      </p:pic>
      <p:pic>
        <p:nvPicPr>
          <p:cNvPr id="40" name="Picture 39" descr="A black square with white and blue text&#10;&#10;AI-generated content may be incorrect.">
            <a:extLst>
              <a:ext uri="{FF2B5EF4-FFF2-40B4-BE49-F238E27FC236}">
                <a16:creationId xmlns:a16="http://schemas.microsoft.com/office/drawing/2014/main" id="{78F480FA-C9F1-A95E-B7A3-70C8B2644D0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53876" y="1996279"/>
            <a:ext cx="1018549" cy="1124592"/>
          </a:xfrm>
          <a:prstGeom prst="rect">
            <a:avLst/>
          </a:prstGeom>
        </p:spPr>
      </p:pic>
      <p:pic>
        <p:nvPicPr>
          <p:cNvPr id="2" name="Picture 1" descr="React Router for shiny Apps and Quarto • reactRouter">
            <a:extLst>
              <a:ext uri="{FF2B5EF4-FFF2-40B4-BE49-F238E27FC236}">
                <a16:creationId xmlns:a16="http://schemas.microsoft.com/office/drawing/2014/main" id="{CFA0D659-5C72-DA59-AD73-CBB537C6B5B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5470" y="3262018"/>
            <a:ext cx="907580" cy="104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38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>
          <a:extLst>
            <a:ext uri="{FF2B5EF4-FFF2-40B4-BE49-F238E27FC236}">
              <a16:creationId xmlns:a16="http://schemas.microsoft.com/office/drawing/2014/main" id="{76341181-6444-9F8C-0D31-F615A68DA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1">
            <a:extLst>
              <a:ext uri="{FF2B5EF4-FFF2-40B4-BE49-F238E27FC236}">
                <a16:creationId xmlns:a16="http://schemas.microsoft.com/office/drawing/2014/main" id="{A9709BB6-CAF0-D250-20BA-9129D1BE48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55044" y="3157807"/>
            <a:ext cx="6272504" cy="200419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50">
                <a:latin typeface="Montserrat Bold"/>
              </a:rPr>
              <a:t>Architecture</a:t>
            </a:r>
            <a:endParaRPr lang="en-US"/>
          </a:p>
        </p:txBody>
      </p:sp>
      <p:sp>
        <p:nvSpPr>
          <p:cNvPr id="1057" name="Google Shape;1057;p41">
            <a:extLst>
              <a:ext uri="{FF2B5EF4-FFF2-40B4-BE49-F238E27FC236}">
                <a16:creationId xmlns:a16="http://schemas.microsoft.com/office/drawing/2014/main" id="{43236B9F-FEB0-C2AB-42C3-49092FAA2B7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69800" y="1696000"/>
            <a:ext cx="1452400" cy="145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latin typeface="Montserrat Bold"/>
              </a:rPr>
              <a:t>04</a:t>
            </a:r>
            <a:endParaRPr>
              <a:latin typeface="Montserrat Bold"/>
            </a:endParaRPr>
          </a:p>
        </p:txBody>
      </p:sp>
      <p:grpSp>
        <p:nvGrpSpPr>
          <p:cNvPr id="1058" name="Google Shape;1058;p41">
            <a:extLst>
              <a:ext uri="{FF2B5EF4-FFF2-40B4-BE49-F238E27FC236}">
                <a16:creationId xmlns:a16="http://schemas.microsoft.com/office/drawing/2014/main" id="{17DEE20B-8054-E4BD-381B-DFC27FA4C328}"/>
              </a:ext>
            </a:extLst>
          </p:cNvPr>
          <p:cNvGrpSpPr/>
          <p:nvPr/>
        </p:nvGrpSpPr>
        <p:grpSpPr>
          <a:xfrm>
            <a:off x="10411734" y="4538067"/>
            <a:ext cx="1314833" cy="2794000"/>
            <a:chOff x="7631225" y="2241175"/>
            <a:chExt cx="986125" cy="2095500"/>
          </a:xfrm>
        </p:grpSpPr>
        <p:cxnSp>
          <p:nvCxnSpPr>
            <p:cNvPr id="1059" name="Google Shape;1059;p41">
              <a:extLst>
                <a:ext uri="{FF2B5EF4-FFF2-40B4-BE49-F238E27FC236}">
                  <a16:creationId xmlns:a16="http://schemas.microsoft.com/office/drawing/2014/main" id="{49B60594-EEFC-193A-90CA-62007685C269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0" name="Google Shape;1060;p41">
              <a:extLst>
                <a:ext uri="{FF2B5EF4-FFF2-40B4-BE49-F238E27FC236}">
                  <a16:creationId xmlns:a16="http://schemas.microsoft.com/office/drawing/2014/main" id="{CC8D9219-146E-2B98-6985-33FABE7BEED6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1" name="Google Shape;1061;p41">
              <a:extLst>
                <a:ext uri="{FF2B5EF4-FFF2-40B4-BE49-F238E27FC236}">
                  <a16:creationId xmlns:a16="http://schemas.microsoft.com/office/drawing/2014/main" id="{5D8AA42D-B8BD-4241-DBDC-F1512F8B5BC3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2" name="Google Shape;1062;p41">
              <a:extLst>
                <a:ext uri="{FF2B5EF4-FFF2-40B4-BE49-F238E27FC236}">
                  <a16:creationId xmlns:a16="http://schemas.microsoft.com/office/drawing/2014/main" id="{8AEF40BC-61DA-271E-3750-8D16A997E636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3" name="Google Shape;1063;p41">
              <a:extLst>
                <a:ext uri="{FF2B5EF4-FFF2-40B4-BE49-F238E27FC236}">
                  <a16:creationId xmlns:a16="http://schemas.microsoft.com/office/drawing/2014/main" id="{CCE87F77-E75F-A272-B8BB-2332F1A46DBC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4" name="Google Shape;1064;p41">
              <a:extLst>
                <a:ext uri="{FF2B5EF4-FFF2-40B4-BE49-F238E27FC236}">
                  <a16:creationId xmlns:a16="http://schemas.microsoft.com/office/drawing/2014/main" id="{061BDEE8-64B7-7F3A-377A-D827EDC30C3D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5" name="Google Shape;1065;p41">
              <a:extLst>
                <a:ext uri="{FF2B5EF4-FFF2-40B4-BE49-F238E27FC236}">
                  <a16:creationId xmlns:a16="http://schemas.microsoft.com/office/drawing/2014/main" id="{2E1B0907-0E7B-2DAF-B626-3B16483DEC9B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41">
              <a:extLst>
                <a:ext uri="{FF2B5EF4-FFF2-40B4-BE49-F238E27FC236}">
                  <a16:creationId xmlns:a16="http://schemas.microsoft.com/office/drawing/2014/main" id="{9E727A95-EFAD-6240-FF45-8866BE81B84A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7" name="Google Shape;1067;p41">
              <a:extLst>
                <a:ext uri="{FF2B5EF4-FFF2-40B4-BE49-F238E27FC236}">
                  <a16:creationId xmlns:a16="http://schemas.microsoft.com/office/drawing/2014/main" id="{4EF5B407-7FAA-013F-7EBD-82F548427E47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8" name="Google Shape;1068;p41">
              <a:extLst>
                <a:ext uri="{FF2B5EF4-FFF2-40B4-BE49-F238E27FC236}">
                  <a16:creationId xmlns:a16="http://schemas.microsoft.com/office/drawing/2014/main" id="{E00E165C-B7E4-A1CF-0DE3-170334D1DCB4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9" name="Google Shape;1069;p41">
              <a:extLst>
                <a:ext uri="{FF2B5EF4-FFF2-40B4-BE49-F238E27FC236}">
                  <a16:creationId xmlns:a16="http://schemas.microsoft.com/office/drawing/2014/main" id="{BDBBD4DE-8809-78A0-2FA9-DE95EE2F96C2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0" name="Google Shape;1070;p41">
              <a:extLst>
                <a:ext uri="{FF2B5EF4-FFF2-40B4-BE49-F238E27FC236}">
                  <a16:creationId xmlns:a16="http://schemas.microsoft.com/office/drawing/2014/main" id="{018FFF24-AAB7-1324-4740-1F7DBA5A7CFA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1" name="Google Shape;1071;p41">
              <a:extLst>
                <a:ext uri="{FF2B5EF4-FFF2-40B4-BE49-F238E27FC236}">
                  <a16:creationId xmlns:a16="http://schemas.microsoft.com/office/drawing/2014/main" id="{794C638A-C53C-E2F3-E693-64915B3A027F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2" name="Google Shape;1072;p41">
              <a:extLst>
                <a:ext uri="{FF2B5EF4-FFF2-40B4-BE49-F238E27FC236}">
                  <a16:creationId xmlns:a16="http://schemas.microsoft.com/office/drawing/2014/main" id="{E2163AA5-99BA-3DA0-C83F-AC12EE7BC171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73" name="Google Shape;1073;p41">
            <a:extLst>
              <a:ext uri="{FF2B5EF4-FFF2-40B4-BE49-F238E27FC236}">
                <a16:creationId xmlns:a16="http://schemas.microsoft.com/office/drawing/2014/main" id="{6B9D7401-1306-0ACC-7808-8707D3AA9B2C}"/>
              </a:ext>
            </a:extLst>
          </p:cNvPr>
          <p:cNvSpPr/>
          <p:nvPr/>
        </p:nvSpPr>
        <p:spPr>
          <a:xfrm rot="5400000">
            <a:off x="-2137933" y="1641385"/>
            <a:ext cx="3101100" cy="3101100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3676143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4EB56-E196-05DD-EB0E-B3BA9E951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BC1685-7931-004B-C06D-49DC02547692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584462" y="406012"/>
            <a:ext cx="11378152" cy="1452400"/>
          </a:xfrm>
        </p:spPr>
        <p:txBody>
          <a:bodyPr/>
          <a:lstStyle/>
          <a:p>
            <a:r>
              <a:rPr lang="en-CA" sz="5400" b="1"/>
              <a:t>Architecture Client-</a:t>
            </a:r>
            <a:r>
              <a:rPr lang="en-CA" sz="5400" b="1" err="1"/>
              <a:t>Serveur</a:t>
            </a:r>
            <a:r>
              <a:rPr lang="en-CA" sz="5400" b="1"/>
              <a:t> + APIs REST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44D68A-6570-26FE-5084-139CEC388D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34"/>
          <a:stretch>
            <a:fillRect/>
          </a:stretch>
        </p:blipFill>
        <p:spPr>
          <a:xfrm>
            <a:off x="1219200" y="1614812"/>
            <a:ext cx="9753600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5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9831E-EE08-8C83-7EF8-C026DC7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endParaRPr lang="en-CA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3DDDB1-0923-5176-6C40-9EB821483F5F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382683" y="67363"/>
            <a:ext cx="7292608" cy="1452400"/>
          </a:xfrm>
        </p:spPr>
        <p:txBody>
          <a:bodyPr/>
          <a:lstStyle/>
          <a:p>
            <a:r>
              <a:rPr lang="en-CA" err="1"/>
              <a:t>Techstack</a:t>
            </a:r>
            <a:endParaRPr lang="en-CA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F14EAC4-85B7-561D-D330-FA324647F24C}"/>
              </a:ext>
            </a:extLst>
          </p:cNvPr>
          <p:cNvGrpSpPr/>
          <p:nvPr/>
        </p:nvGrpSpPr>
        <p:grpSpPr>
          <a:xfrm>
            <a:off x="208047" y="1882927"/>
            <a:ext cx="2561318" cy="3812903"/>
            <a:chOff x="131013" y="1743847"/>
            <a:chExt cx="3465095" cy="482270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205BFC7-B0C6-10EC-0B0A-7C148E11B894}"/>
                </a:ext>
              </a:extLst>
            </p:cNvPr>
            <p:cNvGrpSpPr/>
            <p:nvPr/>
          </p:nvGrpSpPr>
          <p:grpSpPr>
            <a:xfrm>
              <a:off x="131013" y="1743847"/>
              <a:ext cx="3465095" cy="4822705"/>
              <a:chOff x="390967" y="1696000"/>
              <a:chExt cx="3465095" cy="4822705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7DE162E4-4A0B-2A90-9B49-2E1FF8FF44EB}"/>
                  </a:ext>
                </a:extLst>
              </p:cNvPr>
              <p:cNvSpPr/>
              <p:nvPr/>
            </p:nvSpPr>
            <p:spPr>
              <a:xfrm>
                <a:off x="390967" y="1696000"/>
                <a:ext cx="3465095" cy="4822705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C3D6986E-B325-7032-0D00-C6492646A2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80423" y="4783176"/>
                <a:ext cx="1621178" cy="1597536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E0932318-13D0-F6BE-6CAC-35814652E6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0273" y="2741621"/>
                <a:ext cx="1597536" cy="1597536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E196F4A-A4A1-6152-CB0C-F08E144106CC}"/>
                </a:ext>
              </a:extLst>
            </p:cNvPr>
            <p:cNvSpPr txBox="1"/>
            <p:nvPr/>
          </p:nvSpPr>
          <p:spPr>
            <a:xfrm>
              <a:off x="763071" y="2026977"/>
              <a:ext cx="213597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Frontend</a:t>
              </a:r>
              <a:endParaRPr lang="en-CA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85736A9-8442-C71B-F71B-9D47449B919F}"/>
              </a:ext>
            </a:extLst>
          </p:cNvPr>
          <p:cNvGrpSpPr/>
          <p:nvPr/>
        </p:nvGrpSpPr>
        <p:grpSpPr>
          <a:xfrm>
            <a:off x="2956053" y="1583142"/>
            <a:ext cx="3006189" cy="2252938"/>
            <a:chOff x="7567675" y="1118329"/>
            <a:chExt cx="3245695" cy="242206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581D6E2-9C36-C99B-31D3-4DB51A19CA07}"/>
                </a:ext>
              </a:extLst>
            </p:cNvPr>
            <p:cNvGrpSpPr/>
            <p:nvPr/>
          </p:nvGrpSpPr>
          <p:grpSpPr>
            <a:xfrm>
              <a:off x="7567675" y="1118329"/>
              <a:ext cx="3245695" cy="2422060"/>
              <a:chOff x="131013" y="1743847"/>
              <a:chExt cx="3465095" cy="2589154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0B553AE2-439E-DDA0-E939-AD74E50DCEE4}"/>
                  </a:ext>
                </a:extLst>
              </p:cNvPr>
              <p:cNvSpPr/>
              <p:nvPr/>
            </p:nvSpPr>
            <p:spPr>
              <a:xfrm>
                <a:off x="131013" y="1743847"/>
                <a:ext cx="3465095" cy="25891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C8032E9-C56A-9E15-29F3-30418A4E489C}"/>
                  </a:ext>
                </a:extLst>
              </p:cNvPr>
              <p:cNvSpPr txBox="1"/>
              <p:nvPr/>
            </p:nvSpPr>
            <p:spPr>
              <a:xfrm>
                <a:off x="763071" y="2026977"/>
                <a:ext cx="2135974" cy="3948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Backend</a:t>
                </a:r>
              </a:p>
            </p:txBody>
          </p:sp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986315A-1DCA-747F-A5C4-985807076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11404" y="2086309"/>
              <a:ext cx="2958235" cy="921924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97EE6EF-7D78-F799-BE40-E10F993EF2F5}"/>
              </a:ext>
            </a:extLst>
          </p:cNvPr>
          <p:cNvGrpSpPr/>
          <p:nvPr/>
        </p:nvGrpSpPr>
        <p:grpSpPr>
          <a:xfrm>
            <a:off x="6188672" y="2545499"/>
            <a:ext cx="2624298" cy="2616501"/>
            <a:chOff x="8223846" y="1006939"/>
            <a:chExt cx="3245695" cy="3114341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33F2E76-B393-67D8-7C32-0D656611AD21}"/>
                </a:ext>
              </a:extLst>
            </p:cNvPr>
            <p:cNvGrpSpPr/>
            <p:nvPr/>
          </p:nvGrpSpPr>
          <p:grpSpPr>
            <a:xfrm>
              <a:off x="8223846" y="1006939"/>
              <a:ext cx="3245695" cy="3114341"/>
              <a:chOff x="131013" y="1743846"/>
              <a:chExt cx="3465095" cy="3329194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A70D6D5C-31ED-5A5E-02D4-5BE770BA0263}"/>
                  </a:ext>
                </a:extLst>
              </p:cNvPr>
              <p:cNvSpPr/>
              <p:nvPr/>
            </p:nvSpPr>
            <p:spPr>
              <a:xfrm>
                <a:off x="131013" y="1743846"/>
                <a:ext cx="3465095" cy="3329194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EB5D3CD-9490-1962-5593-E2A0B40F2F73}"/>
                  </a:ext>
                </a:extLst>
              </p:cNvPr>
              <p:cNvSpPr txBox="1"/>
              <p:nvPr/>
            </p:nvSpPr>
            <p:spPr>
              <a:xfrm>
                <a:off x="763071" y="2026977"/>
                <a:ext cx="2135974" cy="4307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/>
                  <a:t>Base de </a:t>
                </a:r>
                <a:r>
                  <a:rPr lang="en-US" sz="1600" err="1"/>
                  <a:t>donn</a:t>
                </a:r>
                <a:r>
                  <a:rPr lang="fr-CA" sz="1600" err="1"/>
                  <a:t>ées</a:t>
                </a:r>
                <a:endParaRPr lang="en-US" sz="1600"/>
              </a:p>
            </p:txBody>
          </p: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980DF7A-FE98-0F6A-762E-39C404524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93971" y="1823803"/>
              <a:ext cx="1922643" cy="1922643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F229616-3656-7A75-F594-2B4EC9CA09B1}"/>
              </a:ext>
            </a:extLst>
          </p:cNvPr>
          <p:cNvGrpSpPr/>
          <p:nvPr/>
        </p:nvGrpSpPr>
        <p:grpSpPr>
          <a:xfrm>
            <a:off x="3372640" y="4101814"/>
            <a:ext cx="2118381" cy="2013600"/>
            <a:chOff x="4788238" y="3332438"/>
            <a:chExt cx="3245695" cy="311434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C330E28-9D59-5C8B-3221-DD755D6B3308}"/>
                </a:ext>
              </a:extLst>
            </p:cNvPr>
            <p:cNvGrpSpPr/>
            <p:nvPr/>
          </p:nvGrpSpPr>
          <p:grpSpPr>
            <a:xfrm>
              <a:off x="4788238" y="3332438"/>
              <a:ext cx="3245695" cy="3114341"/>
              <a:chOff x="131013" y="1743846"/>
              <a:chExt cx="3465095" cy="3329194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E594BFE4-B401-858A-871A-6BB7AA0227D9}"/>
                  </a:ext>
                </a:extLst>
              </p:cNvPr>
              <p:cNvSpPr/>
              <p:nvPr/>
            </p:nvSpPr>
            <p:spPr>
              <a:xfrm>
                <a:off x="131013" y="1743846"/>
                <a:ext cx="3465095" cy="3329194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146BBE9-4444-7163-28D4-CA1E744C564D}"/>
                  </a:ext>
                </a:extLst>
              </p:cNvPr>
              <p:cNvSpPr txBox="1"/>
              <p:nvPr/>
            </p:nvSpPr>
            <p:spPr>
              <a:xfrm>
                <a:off x="763070" y="2026976"/>
                <a:ext cx="2377715" cy="5088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err="1"/>
                  <a:t>Authentification</a:t>
                </a:r>
                <a:endParaRPr lang="en-US"/>
              </a:p>
            </p:txBody>
          </p:sp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74C2C6A-4331-70B1-B8E2-50BD82819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76621" y="4200741"/>
              <a:ext cx="1922517" cy="1922517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8DF9DF-E5B4-CCA4-E6BA-6FDFAE2E3FEA}"/>
              </a:ext>
            </a:extLst>
          </p:cNvPr>
          <p:cNvCxnSpPr/>
          <p:nvPr/>
        </p:nvCxnSpPr>
        <p:spPr>
          <a:xfrm>
            <a:off x="9130840" y="1664020"/>
            <a:ext cx="0" cy="48006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2FE7F6B-DFE6-8C71-8314-18B04DC3614F}"/>
              </a:ext>
            </a:extLst>
          </p:cNvPr>
          <p:cNvGrpSpPr/>
          <p:nvPr/>
        </p:nvGrpSpPr>
        <p:grpSpPr>
          <a:xfrm>
            <a:off x="9424682" y="2860321"/>
            <a:ext cx="2624298" cy="2101649"/>
            <a:chOff x="9354798" y="2561573"/>
            <a:chExt cx="2624298" cy="210164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D6F1D1F-4BFF-04D4-6231-071BF3BEA720}"/>
                </a:ext>
              </a:extLst>
            </p:cNvPr>
            <p:cNvGrpSpPr/>
            <p:nvPr/>
          </p:nvGrpSpPr>
          <p:grpSpPr>
            <a:xfrm>
              <a:off x="9354798" y="2561573"/>
              <a:ext cx="2624298" cy="2101649"/>
              <a:chOff x="131013" y="1743846"/>
              <a:chExt cx="3465095" cy="3329194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B79E8355-A2B2-0418-20BA-D20642208014}"/>
                  </a:ext>
                </a:extLst>
              </p:cNvPr>
              <p:cNvSpPr/>
              <p:nvPr/>
            </p:nvSpPr>
            <p:spPr>
              <a:xfrm>
                <a:off x="131013" y="1743846"/>
                <a:ext cx="3465095" cy="3329194"/>
              </a:xfrm>
              <a:prstGeom prst="roundRect">
                <a:avLst/>
              </a:pr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81C700-57A9-6157-AE0F-DB1DC2EB91C1}"/>
                  </a:ext>
                </a:extLst>
              </p:cNvPr>
              <p:cNvSpPr txBox="1"/>
              <p:nvPr/>
            </p:nvSpPr>
            <p:spPr>
              <a:xfrm>
                <a:off x="763071" y="2026977"/>
                <a:ext cx="2135974" cy="4307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600"/>
                  <a:t>Service externe</a:t>
                </a:r>
                <a:endParaRPr lang="en-US" sz="1600"/>
              </a:p>
            </p:txBody>
          </p: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5CF3CA4-A46E-01C8-1361-C741BE55E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42675" y="3341082"/>
              <a:ext cx="2111991" cy="8799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7039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>
          <a:extLst>
            <a:ext uri="{FF2B5EF4-FFF2-40B4-BE49-F238E27FC236}">
              <a16:creationId xmlns:a16="http://schemas.microsoft.com/office/drawing/2014/main" id="{7D48DEFA-F281-572A-0516-C7BE58659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1">
            <a:extLst>
              <a:ext uri="{FF2B5EF4-FFF2-40B4-BE49-F238E27FC236}">
                <a16:creationId xmlns:a16="http://schemas.microsoft.com/office/drawing/2014/main" id="{6AB0FF5B-33DA-0BD5-8E1E-A6B731CD51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1267" y="3157807"/>
            <a:ext cx="10289466" cy="200419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7050">
                <a:latin typeface="Montserrat Bold"/>
              </a:rPr>
              <a:t>Choix (technologies, architecture) </a:t>
            </a:r>
            <a:endParaRPr lang="en-US"/>
          </a:p>
        </p:txBody>
      </p:sp>
      <p:sp>
        <p:nvSpPr>
          <p:cNvPr id="1057" name="Google Shape;1057;p41">
            <a:extLst>
              <a:ext uri="{FF2B5EF4-FFF2-40B4-BE49-F238E27FC236}">
                <a16:creationId xmlns:a16="http://schemas.microsoft.com/office/drawing/2014/main" id="{85EB8913-CFC8-5E3D-5168-8F804CA6FE1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69800" y="1696000"/>
            <a:ext cx="1452400" cy="145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latin typeface="Montserrat Bold"/>
              </a:rPr>
              <a:t>05</a:t>
            </a:r>
            <a:endParaRPr>
              <a:latin typeface="Montserrat Bold"/>
            </a:endParaRPr>
          </a:p>
        </p:txBody>
      </p:sp>
      <p:grpSp>
        <p:nvGrpSpPr>
          <p:cNvPr id="1058" name="Google Shape;1058;p41">
            <a:extLst>
              <a:ext uri="{FF2B5EF4-FFF2-40B4-BE49-F238E27FC236}">
                <a16:creationId xmlns:a16="http://schemas.microsoft.com/office/drawing/2014/main" id="{41A52305-6D51-768C-BCF9-0E9F1FB59EFD}"/>
              </a:ext>
            </a:extLst>
          </p:cNvPr>
          <p:cNvGrpSpPr/>
          <p:nvPr/>
        </p:nvGrpSpPr>
        <p:grpSpPr>
          <a:xfrm>
            <a:off x="10411734" y="4538067"/>
            <a:ext cx="1314833" cy="2794000"/>
            <a:chOff x="7631225" y="2241175"/>
            <a:chExt cx="986125" cy="2095500"/>
          </a:xfrm>
        </p:grpSpPr>
        <p:cxnSp>
          <p:nvCxnSpPr>
            <p:cNvPr id="1059" name="Google Shape;1059;p41">
              <a:extLst>
                <a:ext uri="{FF2B5EF4-FFF2-40B4-BE49-F238E27FC236}">
                  <a16:creationId xmlns:a16="http://schemas.microsoft.com/office/drawing/2014/main" id="{33074255-7411-1008-4A8E-D74C7AA0FB6C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0" name="Google Shape;1060;p41">
              <a:extLst>
                <a:ext uri="{FF2B5EF4-FFF2-40B4-BE49-F238E27FC236}">
                  <a16:creationId xmlns:a16="http://schemas.microsoft.com/office/drawing/2014/main" id="{8941696D-1E08-2E17-2FDA-CBD6D837A499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1" name="Google Shape;1061;p41">
              <a:extLst>
                <a:ext uri="{FF2B5EF4-FFF2-40B4-BE49-F238E27FC236}">
                  <a16:creationId xmlns:a16="http://schemas.microsoft.com/office/drawing/2014/main" id="{EFE243C4-C1A5-ABB9-6F7C-2910B5CBBCC3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2" name="Google Shape;1062;p41">
              <a:extLst>
                <a:ext uri="{FF2B5EF4-FFF2-40B4-BE49-F238E27FC236}">
                  <a16:creationId xmlns:a16="http://schemas.microsoft.com/office/drawing/2014/main" id="{5F16FD60-2F91-472E-ACAE-0387DD04A73A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3" name="Google Shape;1063;p41">
              <a:extLst>
                <a:ext uri="{FF2B5EF4-FFF2-40B4-BE49-F238E27FC236}">
                  <a16:creationId xmlns:a16="http://schemas.microsoft.com/office/drawing/2014/main" id="{C91AB819-9DB1-3712-E474-4DF93D1D5E43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4" name="Google Shape;1064;p41">
              <a:extLst>
                <a:ext uri="{FF2B5EF4-FFF2-40B4-BE49-F238E27FC236}">
                  <a16:creationId xmlns:a16="http://schemas.microsoft.com/office/drawing/2014/main" id="{72C0F0EB-827F-A2C9-EFF5-653A6AD638FA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5" name="Google Shape;1065;p41">
              <a:extLst>
                <a:ext uri="{FF2B5EF4-FFF2-40B4-BE49-F238E27FC236}">
                  <a16:creationId xmlns:a16="http://schemas.microsoft.com/office/drawing/2014/main" id="{20033DAE-784A-04AD-AF31-00EED2C1421B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41">
              <a:extLst>
                <a:ext uri="{FF2B5EF4-FFF2-40B4-BE49-F238E27FC236}">
                  <a16:creationId xmlns:a16="http://schemas.microsoft.com/office/drawing/2014/main" id="{4C72E0CA-9798-A9E7-C522-753C7C0CE090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7" name="Google Shape;1067;p41">
              <a:extLst>
                <a:ext uri="{FF2B5EF4-FFF2-40B4-BE49-F238E27FC236}">
                  <a16:creationId xmlns:a16="http://schemas.microsoft.com/office/drawing/2014/main" id="{47EB073D-8C62-B529-A3F6-411BDDFAA200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8" name="Google Shape;1068;p41">
              <a:extLst>
                <a:ext uri="{FF2B5EF4-FFF2-40B4-BE49-F238E27FC236}">
                  <a16:creationId xmlns:a16="http://schemas.microsoft.com/office/drawing/2014/main" id="{877FBAF5-2C6A-E7A2-1041-462286BCB84D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9" name="Google Shape;1069;p41">
              <a:extLst>
                <a:ext uri="{FF2B5EF4-FFF2-40B4-BE49-F238E27FC236}">
                  <a16:creationId xmlns:a16="http://schemas.microsoft.com/office/drawing/2014/main" id="{25FFCCAD-B28F-45B5-0A25-E447CAFA4085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0" name="Google Shape;1070;p41">
              <a:extLst>
                <a:ext uri="{FF2B5EF4-FFF2-40B4-BE49-F238E27FC236}">
                  <a16:creationId xmlns:a16="http://schemas.microsoft.com/office/drawing/2014/main" id="{C77351D3-F82C-374F-195C-DE69659E9A2D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1" name="Google Shape;1071;p41">
              <a:extLst>
                <a:ext uri="{FF2B5EF4-FFF2-40B4-BE49-F238E27FC236}">
                  <a16:creationId xmlns:a16="http://schemas.microsoft.com/office/drawing/2014/main" id="{6CB1F82C-A1F6-D6E3-FCD7-571C15F42424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2" name="Google Shape;1072;p41">
              <a:extLst>
                <a:ext uri="{FF2B5EF4-FFF2-40B4-BE49-F238E27FC236}">
                  <a16:creationId xmlns:a16="http://schemas.microsoft.com/office/drawing/2014/main" id="{9E4675FD-2AF5-759F-1AA3-69512AA85E52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73" name="Google Shape;1073;p41">
            <a:extLst>
              <a:ext uri="{FF2B5EF4-FFF2-40B4-BE49-F238E27FC236}">
                <a16:creationId xmlns:a16="http://schemas.microsoft.com/office/drawing/2014/main" id="{86DC87E2-A0BF-1603-B277-39D6458A22A4}"/>
              </a:ext>
            </a:extLst>
          </p:cNvPr>
          <p:cNvSpPr/>
          <p:nvPr/>
        </p:nvSpPr>
        <p:spPr>
          <a:xfrm rot="5400000">
            <a:off x="-2137933" y="1641385"/>
            <a:ext cx="3101100" cy="3101100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913396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AF4161-DA4A-8219-B0C9-070C9F5A8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FE1462F-CB3E-2D67-64A3-1E1ADF1653B4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98561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>
          <a:extLst>
            <a:ext uri="{FF2B5EF4-FFF2-40B4-BE49-F238E27FC236}">
              <a16:creationId xmlns:a16="http://schemas.microsoft.com/office/drawing/2014/main" id="{4743DDD7-2186-1B8E-667E-6E77C3A7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1">
            <a:extLst>
              <a:ext uri="{FF2B5EF4-FFF2-40B4-BE49-F238E27FC236}">
                <a16:creationId xmlns:a16="http://schemas.microsoft.com/office/drawing/2014/main" id="{D9ACE2D0-3AA1-C1BF-A10E-136A940B6E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5859" y="3157807"/>
            <a:ext cx="7260281" cy="200419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7050" err="1">
                <a:latin typeface="Montserrat Bold"/>
              </a:rPr>
              <a:t>Aprentissages</a:t>
            </a:r>
            <a:r>
              <a:rPr lang="en" sz="7050">
                <a:latin typeface="Montserrat Bold"/>
              </a:rPr>
              <a:t> </a:t>
            </a:r>
            <a:r>
              <a:rPr lang="en" sz="7050" err="1">
                <a:latin typeface="Montserrat Bold"/>
              </a:rPr>
              <a:t>marquants</a:t>
            </a:r>
            <a:endParaRPr lang="en-US" err="1"/>
          </a:p>
        </p:txBody>
      </p:sp>
      <p:sp>
        <p:nvSpPr>
          <p:cNvPr id="1057" name="Google Shape;1057;p41">
            <a:extLst>
              <a:ext uri="{FF2B5EF4-FFF2-40B4-BE49-F238E27FC236}">
                <a16:creationId xmlns:a16="http://schemas.microsoft.com/office/drawing/2014/main" id="{06E0FD3B-00BA-5990-AC31-072E2EB413D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69800" y="1696000"/>
            <a:ext cx="1452400" cy="145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latin typeface="Montserrat Bold"/>
              </a:rPr>
              <a:t>06</a:t>
            </a:r>
            <a:endParaRPr>
              <a:latin typeface="Montserrat Bold"/>
            </a:endParaRPr>
          </a:p>
        </p:txBody>
      </p:sp>
      <p:grpSp>
        <p:nvGrpSpPr>
          <p:cNvPr id="1058" name="Google Shape;1058;p41">
            <a:extLst>
              <a:ext uri="{FF2B5EF4-FFF2-40B4-BE49-F238E27FC236}">
                <a16:creationId xmlns:a16="http://schemas.microsoft.com/office/drawing/2014/main" id="{B61DC5A5-F4B9-5104-690D-EBD58EECF32A}"/>
              </a:ext>
            </a:extLst>
          </p:cNvPr>
          <p:cNvGrpSpPr/>
          <p:nvPr/>
        </p:nvGrpSpPr>
        <p:grpSpPr>
          <a:xfrm>
            <a:off x="10411734" y="4538067"/>
            <a:ext cx="1314833" cy="2794000"/>
            <a:chOff x="7631225" y="2241175"/>
            <a:chExt cx="986125" cy="2095500"/>
          </a:xfrm>
        </p:grpSpPr>
        <p:cxnSp>
          <p:nvCxnSpPr>
            <p:cNvPr id="1059" name="Google Shape;1059;p41">
              <a:extLst>
                <a:ext uri="{FF2B5EF4-FFF2-40B4-BE49-F238E27FC236}">
                  <a16:creationId xmlns:a16="http://schemas.microsoft.com/office/drawing/2014/main" id="{C14BA673-DD66-275A-84F3-AF7E292F9063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0" name="Google Shape;1060;p41">
              <a:extLst>
                <a:ext uri="{FF2B5EF4-FFF2-40B4-BE49-F238E27FC236}">
                  <a16:creationId xmlns:a16="http://schemas.microsoft.com/office/drawing/2014/main" id="{D8A0D293-8594-73E2-D448-1546B37CD44E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1" name="Google Shape;1061;p41">
              <a:extLst>
                <a:ext uri="{FF2B5EF4-FFF2-40B4-BE49-F238E27FC236}">
                  <a16:creationId xmlns:a16="http://schemas.microsoft.com/office/drawing/2014/main" id="{B3E8570E-8655-884F-C1AB-3D368E20A2D2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2" name="Google Shape;1062;p41">
              <a:extLst>
                <a:ext uri="{FF2B5EF4-FFF2-40B4-BE49-F238E27FC236}">
                  <a16:creationId xmlns:a16="http://schemas.microsoft.com/office/drawing/2014/main" id="{3B1DEC86-ECF4-DBE4-0DED-DCBFEBF5BF1F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3" name="Google Shape;1063;p41">
              <a:extLst>
                <a:ext uri="{FF2B5EF4-FFF2-40B4-BE49-F238E27FC236}">
                  <a16:creationId xmlns:a16="http://schemas.microsoft.com/office/drawing/2014/main" id="{E4C13CDD-E4CB-6136-FD66-DA7FC51D239A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4" name="Google Shape;1064;p41">
              <a:extLst>
                <a:ext uri="{FF2B5EF4-FFF2-40B4-BE49-F238E27FC236}">
                  <a16:creationId xmlns:a16="http://schemas.microsoft.com/office/drawing/2014/main" id="{56FAF525-8D0F-E649-7E07-6F50509ED3CC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5" name="Google Shape;1065;p41">
              <a:extLst>
                <a:ext uri="{FF2B5EF4-FFF2-40B4-BE49-F238E27FC236}">
                  <a16:creationId xmlns:a16="http://schemas.microsoft.com/office/drawing/2014/main" id="{35C60239-294C-8097-F341-4E80CB3B2EFF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41">
              <a:extLst>
                <a:ext uri="{FF2B5EF4-FFF2-40B4-BE49-F238E27FC236}">
                  <a16:creationId xmlns:a16="http://schemas.microsoft.com/office/drawing/2014/main" id="{42C2479C-4C9A-012E-EC71-AC5AEC88C104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7" name="Google Shape;1067;p41">
              <a:extLst>
                <a:ext uri="{FF2B5EF4-FFF2-40B4-BE49-F238E27FC236}">
                  <a16:creationId xmlns:a16="http://schemas.microsoft.com/office/drawing/2014/main" id="{41C03E02-F98B-0281-0DD8-46F85E0E24A1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8" name="Google Shape;1068;p41">
              <a:extLst>
                <a:ext uri="{FF2B5EF4-FFF2-40B4-BE49-F238E27FC236}">
                  <a16:creationId xmlns:a16="http://schemas.microsoft.com/office/drawing/2014/main" id="{5B5B6B56-9D54-B344-F50D-A22E57BDEB95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9" name="Google Shape;1069;p41">
              <a:extLst>
                <a:ext uri="{FF2B5EF4-FFF2-40B4-BE49-F238E27FC236}">
                  <a16:creationId xmlns:a16="http://schemas.microsoft.com/office/drawing/2014/main" id="{9F9034FA-56F1-4A9D-3289-694056298FEB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0" name="Google Shape;1070;p41">
              <a:extLst>
                <a:ext uri="{FF2B5EF4-FFF2-40B4-BE49-F238E27FC236}">
                  <a16:creationId xmlns:a16="http://schemas.microsoft.com/office/drawing/2014/main" id="{6F643EC6-B70D-8941-9326-3B230B39601F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1" name="Google Shape;1071;p41">
              <a:extLst>
                <a:ext uri="{FF2B5EF4-FFF2-40B4-BE49-F238E27FC236}">
                  <a16:creationId xmlns:a16="http://schemas.microsoft.com/office/drawing/2014/main" id="{1BE1A10B-B27F-8979-9E67-BB342EF7BFE4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2" name="Google Shape;1072;p41">
              <a:extLst>
                <a:ext uri="{FF2B5EF4-FFF2-40B4-BE49-F238E27FC236}">
                  <a16:creationId xmlns:a16="http://schemas.microsoft.com/office/drawing/2014/main" id="{B3C5A8AB-2C8F-3A17-4E98-A062831810B2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73" name="Google Shape;1073;p41">
            <a:extLst>
              <a:ext uri="{FF2B5EF4-FFF2-40B4-BE49-F238E27FC236}">
                <a16:creationId xmlns:a16="http://schemas.microsoft.com/office/drawing/2014/main" id="{40D4F317-FBA0-E1BF-B10C-6819B72B7907}"/>
              </a:ext>
            </a:extLst>
          </p:cNvPr>
          <p:cNvSpPr/>
          <p:nvPr/>
        </p:nvSpPr>
        <p:spPr>
          <a:xfrm rot="5400000">
            <a:off x="-2137933" y="1641385"/>
            <a:ext cx="3101100" cy="3101100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848130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>
          <a:extLst>
            <a:ext uri="{FF2B5EF4-FFF2-40B4-BE49-F238E27FC236}">
              <a16:creationId xmlns:a16="http://schemas.microsoft.com/office/drawing/2014/main" id="{9CD99B77-EF68-C8B1-FE01-E1DD05542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41">
            <a:extLst>
              <a:ext uri="{FF2B5EF4-FFF2-40B4-BE49-F238E27FC236}">
                <a16:creationId xmlns:a16="http://schemas.microsoft.com/office/drawing/2014/main" id="{7C5AC08C-C7E8-D09C-BBB9-2EF3E78E433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64" y="-1182"/>
            <a:ext cx="1452400" cy="1028105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latin typeface="Montserrat Bold"/>
              </a:rPr>
              <a:t>Diego</a:t>
            </a:r>
          </a:p>
        </p:txBody>
      </p:sp>
      <p:grpSp>
        <p:nvGrpSpPr>
          <p:cNvPr id="1058" name="Google Shape;1058;p41">
            <a:extLst>
              <a:ext uri="{FF2B5EF4-FFF2-40B4-BE49-F238E27FC236}">
                <a16:creationId xmlns:a16="http://schemas.microsoft.com/office/drawing/2014/main" id="{A2AEDEB6-B8FD-5C9D-8251-61E14B4B5C46}"/>
              </a:ext>
            </a:extLst>
          </p:cNvPr>
          <p:cNvGrpSpPr/>
          <p:nvPr/>
        </p:nvGrpSpPr>
        <p:grpSpPr>
          <a:xfrm>
            <a:off x="10411734" y="4538067"/>
            <a:ext cx="1314833" cy="2794000"/>
            <a:chOff x="7631225" y="2241175"/>
            <a:chExt cx="986125" cy="2095500"/>
          </a:xfrm>
        </p:grpSpPr>
        <p:cxnSp>
          <p:nvCxnSpPr>
            <p:cNvPr id="1059" name="Google Shape;1059;p41">
              <a:extLst>
                <a:ext uri="{FF2B5EF4-FFF2-40B4-BE49-F238E27FC236}">
                  <a16:creationId xmlns:a16="http://schemas.microsoft.com/office/drawing/2014/main" id="{F449F761-8F81-3C82-0FFF-0114E1D01238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0" name="Google Shape;1060;p41">
              <a:extLst>
                <a:ext uri="{FF2B5EF4-FFF2-40B4-BE49-F238E27FC236}">
                  <a16:creationId xmlns:a16="http://schemas.microsoft.com/office/drawing/2014/main" id="{3BDB9BC4-F5EB-1640-A4F1-3B16EB318BC9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1" name="Google Shape;1061;p41">
              <a:extLst>
                <a:ext uri="{FF2B5EF4-FFF2-40B4-BE49-F238E27FC236}">
                  <a16:creationId xmlns:a16="http://schemas.microsoft.com/office/drawing/2014/main" id="{82A2E2BB-BF4E-6AF2-9FB7-634E787D0BC3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2" name="Google Shape;1062;p41">
              <a:extLst>
                <a:ext uri="{FF2B5EF4-FFF2-40B4-BE49-F238E27FC236}">
                  <a16:creationId xmlns:a16="http://schemas.microsoft.com/office/drawing/2014/main" id="{017CD23B-9011-FEDE-8041-99B950847D00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3" name="Google Shape;1063;p41">
              <a:extLst>
                <a:ext uri="{FF2B5EF4-FFF2-40B4-BE49-F238E27FC236}">
                  <a16:creationId xmlns:a16="http://schemas.microsoft.com/office/drawing/2014/main" id="{7ABEE288-A22A-B6A5-7203-56D6429B9B3E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4" name="Google Shape;1064;p41">
              <a:extLst>
                <a:ext uri="{FF2B5EF4-FFF2-40B4-BE49-F238E27FC236}">
                  <a16:creationId xmlns:a16="http://schemas.microsoft.com/office/drawing/2014/main" id="{0C290CFA-4CA3-A075-D91A-2ACBE4EA6C1A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5" name="Google Shape;1065;p41">
              <a:extLst>
                <a:ext uri="{FF2B5EF4-FFF2-40B4-BE49-F238E27FC236}">
                  <a16:creationId xmlns:a16="http://schemas.microsoft.com/office/drawing/2014/main" id="{8B593F04-6CA1-6813-42D3-32F3ADCB7439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41">
              <a:extLst>
                <a:ext uri="{FF2B5EF4-FFF2-40B4-BE49-F238E27FC236}">
                  <a16:creationId xmlns:a16="http://schemas.microsoft.com/office/drawing/2014/main" id="{8C20CAA1-B4CB-64C6-D4F7-CFEC764EB3ED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7" name="Google Shape;1067;p41">
              <a:extLst>
                <a:ext uri="{FF2B5EF4-FFF2-40B4-BE49-F238E27FC236}">
                  <a16:creationId xmlns:a16="http://schemas.microsoft.com/office/drawing/2014/main" id="{201FEAAC-C8F1-DF51-40BC-5720E179A5DD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8" name="Google Shape;1068;p41">
              <a:extLst>
                <a:ext uri="{FF2B5EF4-FFF2-40B4-BE49-F238E27FC236}">
                  <a16:creationId xmlns:a16="http://schemas.microsoft.com/office/drawing/2014/main" id="{489FF320-4DA9-F4B6-2166-373D0D0963EB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9" name="Google Shape;1069;p41">
              <a:extLst>
                <a:ext uri="{FF2B5EF4-FFF2-40B4-BE49-F238E27FC236}">
                  <a16:creationId xmlns:a16="http://schemas.microsoft.com/office/drawing/2014/main" id="{E966D0B7-8A8D-0069-3A7E-DD5FABA69865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0" name="Google Shape;1070;p41">
              <a:extLst>
                <a:ext uri="{FF2B5EF4-FFF2-40B4-BE49-F238E27FC236}">
                  <a16:creationId xmlns:a16="http://schemas.microsoft.com/office/drawing/2014/main" id="{FAD3EF64-3489-D312-D147-C485A2F193FE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1" name="Google Shape;1071;p41">
              <a:extLst>
                <a:ext uri="{FF2B5EF4-FFF2-40B4-BE49-F238E27FC236}">
                  <a16:creationId xmlns:a16="http://schemas.microsoft.com/office/drawing/2014/main" id="{86FC3296-A66C-507B-2935-8D8CA950C0C6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2" name="Google Shape;1072;p41">
              <a:extLst>
                <a:ext uri="{FF2B5EF4-FFF2-40B4-BE49-F238E27FC236}">
                  <a16:creationId xmlns:a16="http://schemas.microsoft.com/office/drawing/2014/main" id="{750A8269-76BB-0039-3A04-5AC12F1F062E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73" name="Google Shape;1073;p41">
            <a:extLst>
              <a:ext uri="{FF2B5EF4-FFF2-40B4-BE49-F238E27FC236}">
                <a16:creationId xmlns:a16="http://schemas.microsoft.com/office/drawing/2014/main" id="{962399A2-9964-B25D-2659-64ABCCCC0E35}"/>
              </a:ext>
            </a:extLst>
          </p:cNvPr>
          <p:cNvSpPr/>
          <p:nvPr/>
        </p:nvSpPr>
        <p:spPr>
          <a:xfrm rot="5400000">
            <a:off x="-2137933" y="1641385"/>
            <a:ext cx="3101100" cy="3101100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3690681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>
          <a:extLst>
            <a:ext uri="{FF2B5EF4-FFF2-40B4-BE49-F238E27FC236}">
              <a16:creationId xmlns:a16="http://schemas.microsoft.com/office/drawing/2014/main" id="{9E256FF8-4D58-04E7-EE21-365924404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1">
            <a:extLst>
              <a:ext uri="{FF2B5EF4-FFF2-40B4-BE49-F238E27FC236}">
                <a16:creationId xmlns:a16="http://schemas.microsoft.com/office/drawing/2014/main" id="{1E8DB214-7D34-DC4D-FB24-27B98CC9B4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5859" y="1358859"/>
            <a:ext cx="7260281" cy="380314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>
                <a:latin typeface="Montserrat Bold"/>
              </a:rPr>
              <a:t>• </a:t>
            </a:r>
            <a:r>
              <a:rPr lang="en" sz="1600" err="1">
                <a:latin typeface="Montserrat Bold"/>
              </a:rPr>
              <a:t>J’ai</a:t>
            </a:r>
            <a:r>
              <a:rPr lang="en" sz="1600">
                <a:latin typeface="Montserrat Bold"/>
              </a:rPr>
              <a:t> </a:t>
            </a:r>
            <a:r>
              <a:rPr lang="en" sz="1600" err="1">
                <a:latin typeface="Montserrat Bold"/>
              </a:rPr>
              <a:t>mieux</a:t>
            </a:r>
            <a:r>
              <a:rPr lang="en" sz="1600">
                <a:latin typeface="Montserrat Bold"/>
              </a:rPr>
              <a:t> </a:t>
            </a:r>
            <a:r>
              <a:rPr lang="en" sz="1600" err="1">
                <a:latin typeface="Montserrat Bold"/>
              </a:rPr>
              <a:t>compris</a:t>
            </a:r>
            <a:r>
              <a:rPr lang="en" sz="1600">
                <a:latin typeface="Montserrat Bold"/>
              </a:rPr>
              <a:t> la communication entre React, Express et MongoDB.</a:t>
            </a:r>
            <a:endParaRPr lang="en-US" sz="1600">
              <a:latin typeface="Montserrat Bold"/>
            </a:endParaRPr>
          </a:p>
          <a:p>
            <a:endParaRPr lang="en" sz="1600">
              <a:latin typeface="Montserrat Bold"/>
            </a:endParaRPr>
          </a:p>
          <a:p>
            <a:r>
              <a:rPr lang="en" sz="1600">
                <a:latin typeface="Montserrat Bold"/>
              </a:rPr>
              <a:t>• </a:t>
            </a:r>
            <a:r>
              <a:rPr lang="en" sz="1600" err="1">
                <a:latin typeface="Montserrat Bold"/>
              </a:rPr>
              <a:t>J’ai</a:t>
            </a:r>
            <a:r>
              <a:rPr lang="en" sz="1600">
                <a:latin typeface="Montserrat Bold"/>
              </a:rPr>
              <a:t> </a:t>
            </a:r>
            <a:r>
              <a:rPr lang="en" sz="1600" err="1">
                <a:latin typeface="Montserrat Bold"/>
              </a:rPr>
              <a:t>appris</a:t>
            </a:r>
            <a:r>
              <a:rPr lang="en" sz="1600">
                <a:latin typeface="Montserrat Bold"/>
              </a:rPr>
              <a:t> comment </a:t>
            </a:r>
            <a:r>
              <a:rPr lang="en" sz="1600" err="1">
                <a:latin typeface="Montserrat Bold"/>
              </a:rPr>
              <a:t>fonctionne</a:t>
            </a:r>
            <a:r>
              <a:rPr lang="en" sz="1600">
                <a:latin typeface="Montserrat Bold"/>
              </a:rPr>
              <a:t> </a:t>
            </a:r>
            <a:r>
              <a:rPr lang="en" sz="1600" err="1">
                <a:latin typeface="Montserrat Bold"/>
              </a:rPr>
              <a:t>une</a:t>
            </a:r>
            <a:r>
              <a:rPr lang="en" sz="1600">
                <a:latin typeface="Montserrat Bold"/>
              </a:rPr>
              <a:t> session </a:t>
            </a:r>
            <a:r>
              <a:rPr lang="en" sz="1600" err="1">
                <a:latin typeface="Montserrat Bold"/>
              </a:rPr>
              <a:t>utilisateur</a:t>
            </a:r>
            <a:r>
              <a:rPr lang="en" sz="1600">
                <a:latin typeface="Montserrat Bold"/>
              </a:rPr>
              <a:t> avec JWT et cookies </a:t>
            </a:r>
            <a:r>
              <a:rPr lang="en" sz="1600" err="1">
                <a:latin typeface="Montserrat Bold"/>
              </a:rPr>
              <a:t>HttpOnly</a:t>
            </a:r>
            <a:r>
              <a:rPr lang="en" sz="1600">
                <a:latin typeface="Montserrat Bold"/>
              </a:rPr>
              <a:t>.</a:t>
            </a:r>
          </a:p>
          <a:p>
            <a:endParaRPr lang="en" sz="1600">
              <a:latin typeface="Montserrat Bold"/>
            </a:endParaRPr>
          </a:p>
          <a:p>
            <a:r>
              <a:rPr lang="en" sz="1600">
                <a:latin typeface="Montserrat Bold"/>
              </a:rPr>
              <a:t>• </a:t>
            </a:r>
            <a:r>
              <a:rPr lang="en" sz="1600" err="1">
                <a:latin typeface="Montserrat Bold"/>
              </a:rPr>
              <a:t>J’ai</a:t>
            </a:r>
            <a:r>
              <a:rPr lang="en" sz="1600">
                <a:latin typeface="Montserrat Bold"/>
              </a:rPr>
              <a:t> </a:t>
            </a:r>
            <a:r>
              <a:rPr lang="en" sz="1600" err="1">
                <a:latin typeface="Montserrat Bold"/>
              </a:rPr>
              <a:t>compris</a:t>
            </a:r>
            <a:r>
              <a:rPr lang="en" sz="1600">
                <a:latin typeface="Montserrat Bold"/>
              </a:rPr>
              <a:t> </a:t>
            </a:r>
            <a:r>
              <a:rPr lang="en" sz="1600" err="1">
                <a:latin typeface="Montserrat Bold"/>
              </a:rPr>
              <a:t>pourquoi</a:t>
            </a:r>
            <a:r>
              <a:rPr lang="en" sz="1600">
                <a:latin typeface="Montserrat Bold"/>
              </a:rPr>
              <a:t> il ne faut pas stocker le token </a:t>
            </a:r>
            <a:r>
              <a:rPr lang="en" sz="1600" err="1">
                <a:latin typeface="Montserrat Bold"/>
              </a:rPr>
              <a:t>ou</a:t>
            </a:r>
            <a:r>
              <a:rPr lang="en" sz="1600">
                <a:latin typeface="Montserrat Bold"/>
              </a:rPr>
              <a:t> les </a:t>
            </a:r>
            <a:r>
              <a:rPr lang="en" sz="1600" err="1">
                <a:latin typeface="Montserrat Bold"/>
              </a:rPr>
              <a:t>informations</a:t>
            </a:r>
            <a:r>
              <a:rPr lang="en" sz="1600">
                <a:latin typeface="Montserrat Bold"/>
              </a:rPr>
              <a:t> </a:t>
            </a:r>
            <a:r>
              <a:rPr lang="en" sz="1600" err="1">
                <a:latin typeface="Montserrat Bold"/>
              </a:rPr>
              <a:t>utilisateur</a:t>
            </a:r>
            <a:r>
              <a:rPr lang="en" sz="1600">
                <a:latin typeface="Montserrat Bold"/>
              </a:rPr>
              <a:t> dans le </a:t>
            </a:r>
            <a:r>
              <a:rPr lang="en" sz="1600" err="1">
                <a:latin typeface="Montserrat Bold"/>
              </a:rPr>
              <a:t>localStorage</a:t>
            </a:r>
            <a:r>
              <a:rPr lang="en" sz="1600">
                <a:latin typeface="Montserrat Bold"/>
              </a:rPr>
              <a:t>.</a:t>
            </a:r>
          </a:p>
          <a:p>
            <a:endParaRPr lang="en" sz="1600">
              <a:latin typeface="Montserrat Bold"/>
            </a:endParaRPr>
          </a:p>
          <a:p>
            <a:r>
              <a:rPr lang="en" sz="1600">
                <a:latin typeface="Montserrat Bold"/>
              </a:rPr>
              <a:t>• </a:t>
            </a:r>
            <a:r>
              <a:rPr lang="en" sz="1600" err="1">
                <a:latin typeface="Montserrat Bold"/>
              </a:rPr>
              <a:t>J’ai</a:t>
            </a:r>
            <a:r>
              <a:rPr lang="en" sz="1600">
                <a:latin typeface="Montserrat Bold"/>
              </a:rPr>
              <a:t> </a:t>
            </a:r>
            <a:r>
              <a:rPr lang="en" sz="1600" err="1">
                <a:latin typeface="Montserrat Bold"/>
              </a:rPr>
              <a:t>appris</a:t>
            </a:r>
            <a:r>
              <a:rPr lang="en" sz="1600">
                <a:latin typeface="Montserrat Bold"/>
              </a:rPr>
              <a:t> à </a:t>
            </a:r>
            <a:r>
              <a:rPr lang="en" sz="1600" err="1">
                <a:latin typeface="Montserrat Bold"/>
              </a:rPr>
              <a:t>sécuriser</a:t>
            </a:r>
            <a:r>
              <a:rPr lang="en" sz="1600">
                <a:latin typeface="Montserrat Bold"/>
              </a:rPr>
              <a:t> les mots de passe avec </a:t>
            </a:r>
            <a:r>
              <a:rPr lang="en" sz="1600" err="1">
                <a:latin typeface="Montserrat Bold"/>
              </a:rPr>
              <a:t>bcrypt</a:t>
            </a:r>
            <a:r>
              <a:rPr lang="en" sz="1600">
                <a:latin typeface="Montserrat Bold"/>
              </a:rPr>
              <a:t>.</a:t>
            </a:r>
          </a:p>
          <a:p>
            <a:endParaRPr lang="en" sz="1600">
              <a:latin typeface="Montserrat Bold"/>
            </a:endParaRPr>
          </a:p>
          <a:p>
            <a:r>
              <a:rPr lang="en" sz="1600">
                <a:latin typeface="Montserrat Bold"/>
              </a:rPr>
              <a:t>• </a:t>
            </a:r>
            <a:r>
              <a:rPr lang="en" sz="1600" err="1">
                <a:latin typeface="Montserrat Bold"/>
              </a:rPr>
              <a:t>J’ai</a:t>
            </a:r>
            <a:r>
              <a:rPr lang="en" sz="1600">
                <a:latin typeface="Montserrat Bold"/>
              </a:rPr>
              <a:t> </a:t>
            </a:r>
            <a:r>
              <a:rPr lang="en" sz="1600" err="1">
                <a:latin typeface="Montserrat Bold"/>
              </a:rPr>
              <a:t>progressé</a:t>
            </a:r>
            <a:r>
              <a:rPr lang="en" sz="1600">
                <a:latin typeface="Montserrat Bold"/>
              </a:rPr>
              <a:t> avec Git : branches, pull requests, validations et travail sans </a:t>
            </a:r>
            <a:r>
              <a:rPr lang="en" sz="1600" err="1">
                <a:latin typeface="Montserrat Bold"/>
              </a:rPr>
              <a:t>écraser</a:t>
            </a:r>
            <a:r>
              <a:rPr lang="en" sz="1600">
                <a:latin typeface="Montserrat Bold"/>
              </a:rPr>
              <a:t> le code des </a:t>
            </a:r>
            <a:r>
              <a:rPr lang="en" sz="1600" err="1">
                <a:latin typeface="Montserrat Bold"/>
              </a:rPr>
              <a:t>autres</a:t>
            </a:r>
            <a:r>
              <a:rPr lang="en" sz="1600">
                <a:latin typeface="Montserrat Bold"/>
              </a:rPr>
              <a:t>.</a:t>
            </a:r>
          </a:p>
          <a:p>
            <a:endParaRPr lang="en" sz="1600">
              <a:latin typeface="Montserrat Bold"/>
            </a:endParaRPr>
          </a:p>
          <a:p>
            <a:r>
              <a:rPr lang="en" sz="1600">
                <a:latin typeface="Montserrat Bold"/>
              </a:rPr>
              <a:t>• </a:t>
            </a:r>
            <a:r>
              <a:rPr lang="en" sz="1600" err="1">
                <a:latin typeface="Montserrat Bold"/>
              </a:rPr>
              <a:t>J’ai</a:t>
            </a:r>
            <a:r>
              <a:rPr lang="en" sz="1600">
                <a:latin typeface="Montserrat Bold"/>
              </a:rPr>
              <a:t> </a:t>
            </a:r>
            <a:r>
              <a:rPr lang="en" sz="1600" err="1">
                <a:latin typeface="Montserrat Bold"/>
              </a:rPr>
              <a:t>aussi</a:t>
            </a:r>
            <a:r>
              <a:rPr lang="en" sz="1600">
                <a:latin typeface="Montserrat Bold"/>
              </a:rPr>
              <a:t> </a:t>
            </a:r>
            <a:r>
              <a:rPr lang="en" sz="1600" err="1">
                <a:latin typeface="Montserrat Bold"/>
              </a:rPr>
              <a:t>appris</a:t>
            </a:r>
            <a:r>
              <a:rPr lang="en" sz="1600">
                <a:latin typeface="Montserrat Bold"/>
              </a:rPr>
              <a:t> </a:t>
            </a:r>
            <a:r>
              <a:rPr lang="en" sz="1600" err="1">
                <a:latin typeface="Montserrat Bold"/>
              </a:rPr>
              <a:t>l’importance</a:t>
            </a:r>
            <a:r>
              <a:rPr lang="en" sz="1600">
                <a:latin typeface="Montserrat Bold"/>
              </a:rPr>
              <a:t> de bien </a:t>
            </a:r>
            <a:r>
              <a:rPr lang="en" sz="1600" err="1">
                <a:latin typeface="Montserrat Bold"/>
              </a:rPr>
              <a:t>communiquer</a:t>
            </a:r>
            <a:r>
              <a:rPr lang="en" sz="1600">
                <a:latin typeface="Montserrat Bold"/>
              </a:rPr>
              <a:t> </a:t>
            </a:r>
            <a:r>
              <a:rPr lang="en" sz="1600" err="1">
                <a:latin typeface="Montserrat Bold"/>
              </a:rPr>
              <a:t>en</a:t>
            </a:r>
            <a:r>
              <a:rPr lang="en" sz="1600">
                <a:latin typeface="Montserrat Bold"/>
              </a:rPr>
              <a:t> équipe et de </a:t>
            </a:r>
            <a:r>
              <a:rPr lang="en" sz="1600" err="1">
                <a:latin typeface="Montserrat Bold"/>
              </a:rPr>
              <a:t>séparer</a:t>
            </a:r>
            <a:r>
              <a:rPr lang="en" sz="1600">
                <a:latin typeface="Montserrat Bold"/>
              </a:rPr>
              <a:t> les </a:t>
            </a:r>
            <a:r>
              <a:rPr lang="en" sz="1600" err="1">
                <a:latin typeface="Montserrat Bold"/>
              </a:rPr>
              <a:t>tâches</a:t>
            </a:r>
            <a:r>
              <a:rPr lang="en" sz="1600">
                <a:latin typeface="Montserrat Bold"/>
              </a:rPr>
              <a:t>.</a:t>
            </a:r>
          </a:p>
        </p:txBody>
      </p:sp>
      <p:sp>
        <p:nvSpPr>
          <p:cNvPr id="1057" name="Google Shape;1057;p41">
            <a:extLst>
              <a:ext uri="{FF2B5EF4-FFF2-40B4-BE49-F238E27FC236}">
                <a16:creationId xmlns:a16="http://schemas.microsoft.com/office/drawing/2014/main" id="{59AE04B9-230D-A2EE-CB1D-3EF5A8213A1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69800" y="258412"/>
            <a:ext cx="1452400" cy="145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latin typeface="Montserrat Bold"/>
              </a:rPr>
              <a:t>Amir</a:t>
            </a:r>
          </a:p>
        </p:txBody>
      </p:sp>
      <p:grpSp>
        <p:nvGrpSpPr>
          <p:cNvPr id="1058" name="Google Shape;1058;p41">
            <a:extLst>
              <a:ext uri="{FF2B5EF4-FFF2-40B4-BE49-F238E27FC236}">
                <a16:creationId xmlns:a16="http://schemas.microsoft.com/office/drawing/2014/main" id="{C01851FB-D9D3-194E-E576-06AF9444559D}"/>
              </a:ext>
            </a:extLst>
          </p:cNvPr>
          <p:cNvGrpSpPr/>
          <p:nvPr/>
        </p:nvGrpSpPr>
        <p:grpSpPr>
          <a:xfrm>
            <a:off x="10411734" y="4538067"/>
            <a:ext cx="1314833" cy="2794000"/>
            <a:chOff x="7631225" y="2241175"/>
            <a:chExt cx="986125" cy="2095500"/>
          </a:xfrm>
        </p:grpSpPr>
        <p:cxnSp>
          <p:nvCxnSpPr>
            <p:cNvPr id="1059" name="Google Shape;1059;p41">
              <a:extLst>
                <a:ext uri="{FF2B5EF4-FFF2-40B4-BE49-F238E27FC236}">
                  <a16:creationId xmlns:a16="http://schemas.microsoft.com/office/drawing/2014/main" id="{1531FB9E-D019-5E9F-F9A3-F9E0D13E616C}"/>
                </a:ext>
              </a:extLst>
            </p:cNvPr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0" name="Google Shape;1060;p41">
              <a:extLst>
                <a:ext uri="{FF2B5EF4-FFF2-40B4-BE49-F238E27FC236}">
                  <a16:creationId xmlns:a16="http://schemas.microsoft.com/office/drawing/2014/main" id="{8D5E461A-52C0-340A-4E9A-8058B724E4D2}"/>
                </a:ext>
              </a:extLst>
            </p:cNvPr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1" name="Google Shape;1061;p41">
              <a:extLst>
                <a:ext uri="{FF2B5EF4-FFF2-40B4-BE49-F238E27FC236}">
                  <a16:creationId xmlns:a16="http://schemas.microsoft.com/office/drawing/2014/main" id="{95AD3EDE-7116-D7F7-7A26-3407CD520CDD}"/>
                </a:ext>
              </a:extLst>
            </p:cNvPr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2" name="Google Shape;1062;p41">
              <a:extLst>
                <a:ext uri="{FF2B5EF4-FFF2-40B4-BE49-F238E27FC236}">
                  <a16:creationId xmlns:a16="http://schemas.microsoft.com/office/drawing/2014/main" id="{010E6A85-EF52-3B84-21A7-D7B16D03BA88}"/>
                </a:ext>
              </a:extLst>
            </p:cNvPr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3" name="Google Shape;1063;p41">
              <a:extLst>
                <a:ext uri="{FF2B5EF4-FFF2-40B4-BE49-F238E27FC236}">
                  <a16:creationId xmlns:a16="http://schemas.microsoft.com/office/drawing/2014/main" id="{075F8013-5035-DE6A-325E-0F1739981FC5}"/>
                </a:ext>
              </a:extLst>
            </p:cNvPr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4" name="Google Shape;1064;p41">
              <a:extLst>
                <a:ext uri="{FF2B5EF4-FFF2-40B4-BE49-F238E27FC236}">
                  <a16:creationId xmlns:a16="http://schemas.microsoft.com/office/drawing/2014/main" id="{525670B5-559D-7F6D-3AE8-38BB5C099526}"/>
                </a:ext>
              </a:extLst>
            </p:cNvPr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5" name="Google Shape;1065;p41">
              <a:extLst>
                <a:ext uri="{FF2B5EF4-FFF2-40B4-BE49-F238E27FC236}">
                  <a16:creationId xmlns:a16="http://schemas.microsoft.com/office/drawing/2014/main" id="{0D714247-FB28-40CD-6AF1-344244C88D91}"/>
                </a:ext>
              </a:extLst>
            </p:cNvPr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41">
              <a:extLst>
                <a:ext uri="{FF2B5EF4-FFF2-40B4-BE49-F238E27FC236}">
                  <a16:creationId xmlns:a16="http://schemas.microsoft.com/office/drawing/2014/main" id="{A00E4AEB-3AB9-A6BF-7959-225AF87E5C24}"/>
                </a:ext>
              </a:extLst>
            </p:cNvPr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7" name="Google Shape;1067;p41">
              <a:extLst>
                <a:ext uri="{FF2B5EF4-FFF2-40B4-BE49-F238E27FC236}">
                  <a16:creationId xmlns:a16="http://schemas.microsoft.com/office/drawing/2014/main" id="{07E95830-64C9-F488-72FC-3FC431E23694}"/>
                </a:ext>
              </a:extLst>
            </p:cNvPr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8" name="Google Shape;1068;p41">
              <a:extLst>
                <a:ext uri="{FF2B5EF4-FFF2-40B4-BE49-F238E27FC236}">
                  <a16:creationId xmlns:a16="http://schemas.microsoft.com/office/drawing/2014/main" id="{7B9628CB-049F-423E-65D6-A2ACF35C8F55}"/>
                </a:ext>
              </a:extLst>
            </p:cNvPr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9" name="Google Shape;1069;p41">
              <a:extLst>
                <a:ext uri="{FF2B5EF4-FFF2-40B4-BE49-F238E27FC236}">
                  <a16:creationId xmlns:a16="http://schemas.microsoft.com/office/drawing/2014/main" id="{277B7045-5628-E2D4-5041-A0AECE5367DC}"/>
                </a:ext>
              </a:extLst>
            </p:cNvPr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0" name="Google Shape;1070;p41">
              <a:extLst>
                <a:ext uri="{FF2B5EF4-FFF2-40B4-BE49-F238E27FC236}">
                  <a16:creationId xmlns:a16="http://schemas.microsoft.com/office/drawing/2014/main" id="{7B3027C6-0E5C-EF74-630A-48681F102F7A}"/>
                </a:ext>
              </a:extLst>
            </p:cNvPr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1" name="Google Shape;1071;p41">
              <a:extLst>
                <a:ext uri="{FF2B5EF4-FFF2-40B4-BE49-F238E27FC236}">
                  <a16:creationId xmlns:a16="http://schemas.microsoft.com/office/drawing/2014/main" id="{11E230A9-A8C3-8BAB-6148-FFB246E0B8FD}"/>
                </a:ext>
              </a:extLst>
            </p:cNvPr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2" name="Google Shape;1072;p41">
              <a:extLst>
                <a:ext uri="{FF2B5EF4-FFF2-40B4-BE49-F238E27FC236}">
                  <a16:creationId xmlns:a16="http://schemas.microsoft.com/office/drawing/2014/main" id="{E8070835-122D-47A6-1E49-011965766528}"/>
                </a:ext>
              </a:extLst>
            </p:cNvPr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73" name="Google Shape;1073;p41">
            <a:extLst>
              <a:ext uri="{FF2B5EF4-FFF2-40B4-BE49-F238E27FC236}">
                <a16:creationId xmlns:a16="http://schemas.microsoft.com/office/drawing/2014/main" id="{1BE6C099-D214-D94C-39C2-577C8E76D0AB}"/>
              </a:ext>
            </a:extLst>
          </p:cNvPr>
          <p:cNvSpPr/>
          <p:nvPr/>
        </p:nvSpPr>
        <p:spPr>
          <a:xfrm rot="5400000">
            <a:off x="-2137933" y="1641385"/>
            <a:ext cx="3101100" cy="3101100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3799359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7028F0-2751-45CB-536A-6E624A944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9200B43-9465-375C-7CC7-5D72ED9828B1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5369800" y="243600"/>
            <a:ext cx="1452400" cy="1452400"/>
          </a:xfrm>
        </p:spPr>
        <p:txBody>
          <a:bodyPr/>
          <a:lstStyle/>
          <a:p>
            <a:r>
              <a:rPr lang="fr-CA"/>
              <a:t>Ian</a:t>
            </a:r>
          </a:p>
        </p:txBody>
      </p:sp>
    </p:spTree>
    <p:extLst>
      <p:ext uri="{BB962C8B-B14F-4D97-AF65-F5344CB8AC3E}">
        <p14:creationId xmlns:p14="http://schemas.microsoft.com/office/powerpoint/2010/main" val="2049990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F7D6-BF5B-D4A2-18DF-90EC1058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Points à présenter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540B7-4959-F08D-EF44-F5DDC35B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A"/>
              <a:t>Présentation des membres -&gt; chaque personne</a:t>
            </a:r>
          </a:p>
          <a:p>
            <a:r>
              <a:rPr lang="fr-CA"/>
              <a:t>Présente les grandes lignes de votre projet -&gt; Amir</a:t>
            </a:r>
          </a:p>
          <a:p>
            <a:pPr lvl="1"/>
            <a:r>
              <a:rPr lang="fr-CA"/>
              <a:t>Expliquer le fonctionnement du site web</a:t>
            </a:r>
          </a:p>
          <a:p>
            <a:r>
              <a:rPr lang="fr-CA"/>
              <a:t>Les technologies et packages utilisés -&gt; Diego</a:t>
            </a:r>
          </a:p>
          <a:p>
            <a:pPr lvl="1"/>
            <a:r>
              <a:rPr lang="fr-CA"/>
              <a:t>Technologies: SQL (MySQL), Stripe, </a:t>
            </a:r>
            <a:r>
              <a:rPr lang="fr-CA" err="1"/>
              <a:t>React</a:t>
            </a:r>
            <a:r>
              <a:rPr lang="fr-CA"/>
              <a:t> Vite, NoSQL(MongoDB), Express.js</a:t>
            </a:r>
          </a:p>
          <a:p>
            <a:pPr lvl="1"/>
            <a:r>
              <a:rPr lang="fr-CA"/>
              <a:t>Packages  : Bootstrap, </a:t>
            </a:r>
            <a:r>
              <a:rPr lang="fr-CA" err="1"/>
              <a:t>navigate</a:t>
            </a:r>
            <a:r>
              <a:rPr lang="fr-CA"/>
              <a:t>, CORS, </a:t>
            </a:r>
            <a:r>
              <a:rPr lang="fr-CA" err="1"/>
              <a:t>jwt</a:t>
            </a:r>
            <a:endParaRPr lang="fr-CA"/>
          </a:p>
          <a:p>
            <a:r>
              <a:rPr lang="fr-CA" strike="sngStrike"/>
              <a:t>Une vue rapide de l’architecture -&gt; Martin</a:t>
            </a:r>
          </a:p>
          <a:p>
            <a:r>
              <a:rPr lang="fr-CA"/>
              <a:t>Le rationnel derrière ces choix (technologies / architecture) -&gt; Ian</a:t>
            </a:r>
          </a:p>
          <a:p>
            <a:pPr lvl="1"/>
            <a:r>
              <a:rPr lang="fr-CA"/>
              <a:t>Expliquer pourquoi on a choisit </a:t>
            </a:r>
            <a:r>
              <a:rPr lang="fr-CA" err="1"/>
              <a:t>React</a:t>
            </a:r>
            <a:r>
              <a:rPr lang="fr-CA"/>
              <a:t> + Bootstrap, MongoDB, Stripe, Express, </a:t>
            </a:r>
            <a:r>
              <a:rPr lang="fr-CA" err="1"/>
              <a:t>jwt</a:t>
            </a:r>
            <a:endParaRPr lang="fr-CA"/>
          </a:p>
          <a:p>
            <a:r>
              <a:rPr lang="fr-CA"/>
              <a:t>Les apprentissages marquantes technologie, git, travail en équipe, </a:t>
            </a:r>
            <a:r>
              <a:rPr lang="fr-CA" err="1"/>
              <a:t>etc</a:t>
            </a:r>
            <a:r>
              <a:rPr lang="fr-CA"/>
              <a:t>) -&gt; chaque personne doit présenter son apprentissage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22163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Thème Office</vt:lpstr>
      <vt:lpstr>Présentation du projet d'application web</vt:lpstr>
      <vt:lpstr>Table des matières</vt:lpstr>
      <vt:lpstr>Présentation des équipiers</vt:lpstr>
      <vt:lpstr>Présentation des équipiers</vt:lpstr>
      <vt:lpstr>Grandes lignes du projet</vt:lpstr>
      <vt:lpstr>• TechSales est un site web transactionnel pour la vente de produits technologiques.  • Le site permet aux clients de consulter les produits, créer un compte, se connecter, gérer leur panier et passer une commande.  • Le projet contient aussi une section administrateur pour gérer certaines données du site.  • L’application est développée avec React pour le frontend, Express pour le backend et MongoDB pour la base de données.  • Le projet a été divisé entre les membres de l’équipe selon les fonctionnalités : produits, panier, commande, comptes utilisateurs et administration.</vt:lpstr>
      <vt:lpstr>Technologies et packages</vt:lpstr>
      <vt:lpstr>PowerPoint Presentation</vt:lpstr>
      <vt:lpstr>Architecture</vt:lpstr>
      <vt:lpstr>PowerPoint Presentation</vt:lpstr>
      <vt:lpstr> </vt:lpstr>
      <vt:lpstr>Choix (technologies, architecture) </vt:lpstr>
      <vt:lpstr>PowerPoint Presentation</vt:lpstr>
      <vt:lpstr>Aprentissages marquants</vt:lpstr>
      <vt:lpstr>Diego</vt:lpstr>
      <vt:lpstr>• J’ai mieux compris la communication entre React, Express et MongoDB.  • J’ai appris comment fonctionne une session utilisateur avec JWT et cookies HttpOnly.  • J’ai compris pourquoi il ne faut pas stocker le token ou les informations utilisateur dans le localStorage.  • J’ai appris à sécuriser les mots de passe avec bcrypt.  • J’ai progressé avec Git : branches, pull requests, validations et travail sans écraser le code des autres.  • J’ai aussi appris l’importance de bien communiquer en équipe et de séparer les tâches.</vt:lpstr>
      <vt:lpstr>PowerPoint Presentation</vt:lpstr>
      <vt:lpstr>Points à présenter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Vakilian, Amirhossein</dc:creator>
  <cp:revision>1</cp:revision>
  <dcterms:created xsi:type="dcterms:W3CDTF">2026-05-15T12:40:16Z</dcterms:created>
  <dcterms:modified xsi:type="dcterms:W3CDTF">2026-05-20T17:53:06Z</dcterms:modified>
</cp:coreProperties>
</file>